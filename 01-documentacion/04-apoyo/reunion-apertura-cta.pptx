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0"/>
  </p:notesMasterIdLst>
  <p:sldIdLst>
    <p:sldId id="256" r:id="rId2"/>
    <p:sldId id="259" r:id="rId3"/>
    <p:sldId id="317" r:id="rId4"/>
    <p:sldId id="281" r:id="rId5"/>
    <p:sldId id="280" r:id="rId6"/>
    <p:sldId id="316" r:id="rId7"/>
    <p:sldId id="312" r:id="rId8"/>
    <p:sldId id="313" r:id="rId9"/>
    <p:sldId id="314" r:id="rId10"/>
    <p:sldId id="315" r:id="rId11"/>
    <p:sldId id="264" r:id="rId12"/>
    <p:sldId id="258" r:id="rId13"/>
    <p:sldId id="288" r:id="rId14"/>
    <p:sldId id="282" r:id="rId15"/>
    <p:sldId id="272" r:id="rId16"/>
    <p:sldId id="268" r:id="rId17"/>
    <p:sldId id="293" r:id="rId18"/>
    <p:sldId id="260" r:id="rId19"/>
  </p:sldIdLst>
  <p:sldSz cx="9144000" cy="5143500" type="screen16x9"/>
  <p:notesSz cx="6858000" cy="9144000"/>
  <p:embeddedFontLst>
    <p:embeddedFont>
      <p:font typeface="DM Sans" pitchFamily="2" charset="0"/>
      <p:regular r:id="rId21"/>
      <p:bold r:id="rId22"/>
      <p:italic r:id="rId23"/>
      <p:boldItalic r:id="rId24"/>
    </p:embeddedFont>
    <p:embeddedFont>
      <p:font typeface="Gotham" panose="02000604040000020004" pitchFamily="2" charset="0"/>
      <p:regular r:id="rId25"/>
    </p:embeddedFont>
    <p:embeddedFont>
      <p:font typeface="Montserrat" panose="00000500000000000000" pitchFamily="2" charset="0"/>
      <p:regular r:id="rId26"/>
      <p:bold r:id="rId27"/>
      <p:italic r:id="rId28"/>
      <p:boldItalic r:id="rId29"/>
    </p:embeddedFont>
    <p:embeddedFont>
      <p:font typeface="Segoe UI" panose="020B0502040204020203"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792B51-E2B7-40C2-881B-F246541CEEFB}">
  <a:tblStyle styleId="{F2792B51-E2B7-40C2-881B-F246541CEEF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519ea10872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2519ea1087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1bf8b378c05_0_6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1bf8b378c05_0_6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a:extLst>
            <a:ext uri="{FF2B5EF4-FFF2-40B4-BE49-F238E27FC236}">
              <a16:creationId xmlns:a16="http://schemas.microsoft.com/office/drawing/2014/main" id="{E5E38392-4B35-D494-5A1F-C638030C81D9}"/>
            </a:ext>
          </a:extLst>
        </p:cNvPr>
        <p:cNvGrpSpPr/>
        <p:nvPr/>
      </p:nvGrpSpPr>
      <p:grpSpPr>
        <a:xfrm>
          <a:off x="0" y="0"/>
          <a:ext cx="0" cy="0"/>
          <a:chOff x="0" y="0"/>
          <a:chExt cx="0" cy="0"/>
        </a:xfrm>
      </p:grpSpPr>
      <p:sp>
        <p:nvSpPr>
          <p:cNvPr id="708" name="Google Shape;708;g1bf8b378c05_0_654:notes">
            <a:extLst>
              <a:ext uri="{FF2B5EF4-FFF2-40B4-BE49-F238E27FC236}">
                <a16:creationId xmlns:a16="http://schemas.microsoft.com/office/drawing/2014/main" id="{4C5EF102-81EE-95A1-D59F-DB0365FD4B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1bf8b378c05_0_654:notes">
            <a:extLst>
              <a:ext uri="{FF2B5EF4-FFF2-40B4-BE49-F238E27FC236}">
                <a16:creationId xmlns:a16="http://schemas.microsoft.com/office/drawing/2014/main" id="{FA76F468-BA36-C8E8-FAE3-50E8F5A498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4424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g25fad2508ad_0_22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3" name="Google Shape;1163;g25fad2508ad_0_22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593af71cc2_0_1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2593af71cc2_0_1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9025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5258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0704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6950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cc9050bdf8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cc9050bdf8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863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17e0beec93d_0_26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17e0beec93d_0_2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1e044d868c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1e044d868c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24c1a0b3bbd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24c1a0b3bbd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1f691bf7f77_0_9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1f691bf7f77_0_9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58757d5282_0_3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258757d5282_0_3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cc9050bdf8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cc9050bdf8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gf36ab6d2df_0_109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1" name="Google Shape;1441;gf36ab6d2df_0_109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cc9050bdf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cc9050bdf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 y="141867"/>
            <a:ext cx="9144219" cy="5699863"/>
            <a:chOff x="3" y="141867"/>
            <a:chExt cx="9144219" cy="5699863"/>
          </a:xfrm>
        </p:grpSpPr>
        <p:grpSp>
          <p:nvGrpSpPr>
            <p:cNvPr id="10" name="Google Shape;10;p2"/>
            <p:cNvGrpSpPr/>
            <p:nvPr/>
          </p:nvGrpSpPr>
          <p:grpSpPr>
            <a:xfrm>
              <a:off x="6955298" y="141867"/>
              <a:ext cx="2188924" cy="4902270"/>
              <a:chOff x="5337014" y="2025850"/>
              <a:chExt cx="1979136" cy="4432432"/>
            </a:xfrm>
          </p:grpSpPr>
          <p:grpSp>
            <p:nvGrpSpPr>
              <p:cNvPr id="11" name="Google Shape;11;p2"/>
              <p:cNvGrpSpPr/>
              <p:nvPr/>
            </p:nvGrpSpPr>
            <p:grpSpPr>
              <a:xfrm>
                <a:off x="6737850" y="2025850"/>
                <a:ext cx="578300" cy="2019825"/>
                <a:chOff x="6737850" y="2025850"/>
                <a:chExt cx="578300" cy="2019825"/>
              </a:xfrm>
            </p:grpSpPr>
            <p:sp>
              <p:nvSpPr>
                <p:cNvPr id="12" name="Google Shape;12;p2"/>
                <p:cNvSpPr/>
                <p:nvPr/>
              </p:nvSpPr>
              <p:spPr>
                <a:xfrm>
                  <a:off x="6737850" y="2402000"/>
                  <a:ext cx="578300" cy="250800"/>
                </a:xfrm>
                <a:custGeom>
                  <a:avLst/>
                  <a:gdLst/>
                  <a:ahLst/>
                  <a:cxnLst/>
                  <a:rect l="l" t="t" r="r" b="b"/>
                  <a:pathLst>
                    <a:path w="23132" h="10032" extrusionOk="0">
                      <a:moveTo>
                        <a:pt x="9271" y="1"/>
                      </a:moveTo>
                      <a:lnTo>
                        <a:pt x="0" y="10031"/>
                      </a:lnTo>
                      <a:lnTo>
                        <a:pt x="23132" y="10031"/>
                      </a:lnTo>
                      <a:lnTo>
                        <a:pt x="231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969625" y="2025850"/>
                  <a:ext cx="346525" cy="376175"/>
                </a:xfrm>
                <a:custGeom>
                  <a:avLst/>
                  <a:gdLst/>
                  <a:ahLst/>
                  <a:cxnLst/>
                  <a:rect l="l" t="t" r="r" b="b"/>
                  <a:pathLst>
                    <a:path w="13861" h="15047" extrusionOk="0">
                      <a:moveTo>
                        <a:pt x="13861" y="1"/>
                      </a:moveTo>
                      <a:lnTo>
                        <a:pt x="0" y="15047"/>
                      </a:lnTo>
                      <a:lnTo>
                        <a:pt x="13861" y="15047"/>
                      </a:lnTo>
                      <a:lnTo>
                        <a:pt x="138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737850" y="272192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737850" y="3417225"/>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a:off x="6629220" y="5825282"/>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190020" y="6186232"/>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3" y="3578704"/>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20106" y="4437122"/>
              <a:ext cx="1406015" cy="1404607"/>
            </a:xfrm>
            <a:custGeom>
              <a:avLst/>
              <a:gdLst/>
              <a:ahLst/>
              <a:cxnLst/>
              <a:rect l="l" t="t" r="r" b="b"/>
              <a:pathLst>
                <a:path w="29971" h="29941" fill="none" extrusionOk="0">
                  <a:moveTo>
                    <a:pt x="29971" y="12250"/>
                  </a:moveTo>
                  <a:lnTo>
                    <a:pt x="21581" y="12250"/>
                  </a:lnTo>
                  <a:lnTo>
                    <a:pt x="27509" y="6323"/>
                  </a:lnTo>
                  <a:lnTo>
                    <a:pt x="23679" y="2493"/>
                  </a:lnTo>
                  <a:lnTo>
                    <a:pt x="17691" y="8420"/>
                  </a:lnTo>
                  <a:lnTo>
                    <a:pt x="17691" y="1"/>
                  </a:lnTo>
                  <a:lnTo>
                    <a:pt x="12280" y="1"/>
                  </a:lnTo>
                  <a:lnTo>
                    <a:pt x="12280" y="8420"/>
                  </a:lnTo>
                  <a:lnTo>
                    <a:pt x="6353" y="2493"/>
                  </a:lnTo>
                  <a:lnTo>
                    <a:pt x="2462" y="6323"/>
                  </a:lnTo>
                  <a:lnTo>
                    <a:pt x="8390" y="12250"/>
                  </a:lnTo>
                  <a:lnTo>
                    <a:pt x="0" y="12250"/>
                  </a:lnTo>
                  <a:lnTo>
                    <a:pt x="0" y="17721"/>
                  </a:lnTo>
                  <a:lnTo>
                    <a:pt x="8390" y="17721"/>
                  </a:lnTo>
                  <a:lnTo>
                    <a:pt x="2462" y="23648"/>
                  </a:lnTo>
                  <a:lnTo>
                    <a:pt x="6353" y="27509"/>
                  </a:lnTo>
                  <a:lnTo>
                    <a:pt x="12280" y="21582"/>
                  </a:lnTo>
                  <a:lnTo>
                    <a:pt x="12280" y="29940"/>
                  </a:lnTo>
                  <a:lnTo>
                    <a:pt x="17691" y="29940"/>
                  </a:lnTo>
                  <a:lnTo>
                    <a:pt x="17691" y="21582"/>
                  </a:lnTo>
                  <a:lnTo>
                    <a:pt x="23679" y="27509"/>
                  </a:lnTo>
                  <a:lnTo>
                    <a:pt x="27509" y="23648"/>
                  </a:lnTo>
                  <a:lnTo>
                    <a:pt x="21581" y="17721"/>
                  </a:lnTo>
                  <a:lnTo>
                    <a:pt x="29971" y="17721"/>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316436" y="2858737"/>
              <a:ext cx="283726" cy="283752"/>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23;p2"/>
          <p:cNvSpPr txBox="1">
            <a:spLocks noGrp="1"/>
          </p:cNvSpPr>
          <p:nvPr>
            <p:ph type="ctrTitle"/>
          </p:nvPr>
        </p:nvSpPr>
        <p:spPr>
          <a:xfrm>
            <a:off x="1554786" y="1651350"/>
            <a:ext cx="6033600" cy="1404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4" name="Google Shape;24;p2"/>
          <p:cNvSpPr txBox="1">
            <a:spLocks noGrp="1"/>
          </p:cNvSpPr>
          <p:nvPr>
            <p:ph type="subTitle" idx="1"/>
          </p:nvPr>
        </p:nvSpPr>
        <p:spPr>
          <a:xfrm>
            <a:off x="2211900" y="3123750"/>
            <a:ext cx="4720200" cy="368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600"/>
            </a:lvl1pPr>
            <a:lvl2pPr lvl="1" algn="ctr" rtl="0">
              <a:lnSpc>
                <a:spcPct val="100000"/>
              </a:lnSpc>
              <a:spcBef>
                <a:spcPts val="0"/>
              </a:spcBef>
              <a:spcAft>
                <a:spcPts val="0"/>
              </a:spcAft>
              <a:buClr>
                <a:schemeClr val="accent2"/>
              </a:buClr>
              <a:buSzPts val="2800"/>
              <a:buNone/>
              <a:defRPr sz="2800">
                <a:solidFill>
                  <a:schemeClr val="accent2"/>
                </a:solidFill>
              </a:defRPr>
            </a:lvl2pPr>
            <a:lvl3pPr lvl="2" algn="ctr" rtl="0">
              <a:lnSpc>
                <a:spcPct val="100000"/>
              </a:lnSpc>
              <a:spcBef>
                <a:spcPts val="0"/>
              </a:spcBef>
              <a:spcAft>
                <a:spcPts val="0"/>
              </a:spcAft>
              <a:buClr>
                <a:schemeClr val="accent2"/>
              </a:buClr>
              <a:buSzPts val="2800"/>
              <a:buNone/>
              <a:defRPr sz="2800">
                <a:solidFill>
                  <a:schemeClr val="accent2"/>
                </a:solidFill>
              </a:defRPr>
            </a:lvl3pPr>
            <a:lvl4pPr lvl="3" algn="ctr" rtl="0">
              <a:lnSpc>
                <a:spcPct val="100000"/>
              </a:lnSpc>
              <a:spcBef>
                <a:spcPts val="0"/>
              </a:spcBef>
              <a:spcAft>
                <a:spcPts val="0"/>
              </a:spcAft>
              <a:buClr>
                <a:schemeClr val="accent2"/>
              </a:buClr>
              <a:buSzPts val="2800"/>
              <a:buNone/>
              <a:defRPr sz="2800">
                <a:solidFill>
                  <a:schemeClr val="accent2"/>
                </a:solidFill>
              </a:defRPr>
            </a:lvl4pPr>
            <a:lvl5pPr lvl="4" algn="ctr" rtl="0">
              <a:lnSpc>
                <a:spcPct val="100000"/>
              </a:lnSpc>
              <a:spcBef>
                <a:spcPts val="0"/>
              </a:spcBef>
              <a:spcAft>
                <a:spcPts val="0"/>
              </a:spcAft>
              <a:buClr>
                <a:schemeClr val="accent2"/>
              </a:buClr>
              <a:buSzPts val="2800"/>
              <a:buNone/>
              <a:defRPr sz="2800">
                <a:solidFill>
                  <a:schemeClr val="accent2"/>
                </a:solidFill>
              </a:defRPr>
            </a:lvl5pPr>
            <a:lvl6pPr lvl="5" algn="ctr" rtl="0">
              <a:lnSpc>
                <a:spcPct val="100000"/>
              </a:lnSpc>
              <a:spcBef>
                <a:spcPts val="0"/>
              </a:spcBef>
              <a:spcAft>
                <a:spcPts val="0"/>
              </a:spcAft>
              <a:buClr>
                <a:schemeClr val="accent2"/>
              </a:buClr>
              <a:buSzPts val="2800"/>
              <a:buNone/>
              <a:defRPr sz="2800">
                <a:solidFill>
                  <a:schemeClr val="accent2"/>
                </a:solidFill>
              </a:defRPr>
            </a:lvl6pPr>
            <a:lvl7pPr lvl="6" algn="ctr" rtl="0">
              <a:lnSpc>
                <a:spcPct val="100000"/>
              </a:lnSpc>
              <a:spcBef>
                <a:spcPts val="0"/>
              </a:spcBef>
              <a:spcAft>
                <a:spcPts val="0"/>
              </a:spcAft>
              <a:buClr>
                <a:schemeClr val="accent2"/>
              </a:buClr>
              <a:buSzPts val="2800"/>
              <a:buNone/>
              <a:defRPr sz="2800">
                <a:solidFill>
                  <a:schemeClr val="accent2"/>
                </a:solidFill>
              </a:defRPr>
            </a:lvl7pPr>
            <a:lvl8pPr lvl="7" algn="ctr" rtl="0">
              <a:lnSpc>
                <a:spcPct val="100000"/>
              </a:lnSpc>
              <a:spcBef>
                <a:spcPts val="0"/>
              </a:spcBef>
              <a:spcAft>
                <a:spcPts val="0"/>
              </a:spcAft>
              <a:buClr>
                <a:schemeClr val="accent2"/>
              </a:buClr>
              <a:buSzPts val="2800"/>
              <a:buNone/>
              <a:defRPr sz="2800">
                <a:solidFill>
                  <a:schemeClr val="accent2"/>
                </a:solidFill>
              </a:defRPr>
            </a:lvl8pPr>
            <a:lvl9pPr lvl="8" algn="ctr" rtl="0">
              <a:lnSpc>
                <a:spcPct val="100000"/>
              </a:lnSpc>
              <a:spcBef>
                <a:spcPts val="0"/>
              </a:spcBef>
              <a:spcAft>
                <a:spcPts val="0"/>
              </a:spcAft>
              <a:buClr>
                <a:schemeClr val="accent2"/>
              </a:buClr>
              <a:buSzPts val="2800"/>
              <a:buNone/>
              <a:defRPr sz="2800">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
        <p:cNvGrpSpPr/>
        <p:nvPr/>
      </p:nvGrpSpPr>
      <p:grpSpPr>
        <a:xfrm>
          <a:off x="0" y="0"/>
          <a:ext cx="0" cy="0"/>
          <a:chOff x="0" y="0"/>
          <a:chExt cx="0" cy="0"/>
        </a:xfrm>
      </p:grpSpPr>
      <p:grpSp>
        <p:nvGrpSpPr>
          <p:cNvPr id="58" name="Google Shape;58;p5"/>
          <p:cNvGrpSpPr/>
          <p:nvPr/>
        </p:nvGrpSpPr>
        <p:grpSpPr>
          <a:xfrm>
            <a:off x="121906" y="7"/>
            <a:ext cx="9022317" cy="5130194"/>
            <a:chOff x="121906" y="7"/>
            <a:chExt cx="9022317" cy="5130194"/>
          </a:xfrm>
        </p:grpSpPr>
        <p:grpSp>
          <p:nvGrpSpPr>
            <p:cNvPr id="59" name="Google Shape;59;p5"/>
            <p:cNvGrpSpPr/>
            <p:nvPr/>
          </p:nvGrpSpPr>
          <p:grpSpPr>
            <a:xfrm rot="10800000" flipH="1">
              <a:off x="8203748" y="359806"/>
              <a:ext cx="940474" cy="4770395"/>
              <a:chOff x="6465811" y="2025850"/>
              <a:chExt cx="850339" cy="4313196"/>
            </a:xfrm>
          </p:grpSpPr>
          <p:grpSp>
            <p:nvGrpSpPr>
              <p:cNvPr id="60" name="Google Shape;60;p5"/>
              <p:cNvGrpSpPr/>
              <p:nvPr/>
            </p:nvGrpSpPr>
            <p:grpSpPr>
              <a:xfrm>
                <a:off x="6737850" y="2025850"/>
                <a:ext cx="578300" cy="1323750"/>
                <a:chOff x="6737850" y="2025850"/>
                <a:chExt cx="578300" cy="1323750"/>
              </a:xfrm>
            </p:grpSpPr>
            <p:sp>
              <p:nvSpPr>
                <p:cNvPr id="61" name="Google Shape;61;p5"/>
                <p:cNvSpPr/>
                <p:nvPr/>
              </p:nvSpPr>
              <p:spPr>
                <a:xfrm rot="10800000" flipH="1">
                  <a:off x="6737850" y="272267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rot="10800000" flipH="1">
                  <a:off x="6737850" y="2025850"/>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5"/>
              <p:cNvSpPr/>
              <p:nvPr/>
            </p:nvSpPr>
            <p:spPr>
              <a:xfrm>
                <a:off x="6737855" y="5555571"/>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465811" y="6066996"/>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5"/>
            <p:cNvGrpSpPr/>
            <p:nvPr/>
          </p:nvGrpSpPr>
          <p:grpSpPr>
            <a:xfrm rot="-5400000" flipH="1">
              <a:off x="-176452" y="4243762"/>
              <a:ext cx="1010248" cy="413533"/>
              <a:chOff x="5337014" y="2230182"/>
              <a:chExt cx="913425" cy="373900"/>
            </a:xfrm>
          </p:grpSpPr>
          <p:sp>
            <p:nvSpPr>
              <p:cNvPr id="66" name="Google Shape;66;p5"/>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5"/>
            <p:cNvSpPr/>
            <p:nvPr/>
          </p:nvSpPr>
          <p:spPr>
            <a:xfrm flipH="1">
              <a:off x="344875" y="438950"/>
              <a:ext cx="271300" cy="271325"/>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rot="5400000">
              <a:off x="1025853" y="-221421"/>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p5"/>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1" name="Google Shape;71;p5"/>
          <p:cNvSpPr txBox="1">
            <a:spLocks noGrp="1"/>
          </p:cNvSpPr>
          <p:nvPr>
            <p:ph type="subTitle" idx="1"/>
          </p:nvPr>
        </p:nvSpPr>
        <p:spPr>
          <a:xfrm>
            <a:off x="1223423" y="3051375"/>
            <a:ext cx="3057000" cy="112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5"/>
          <p:cNvSpPr txBox="1">
            <a:spLocks noGrp="1"/>
          </p:cNvSpPr>
          <p:nvPr>
            <p:ph type="subTitle" idx="2"/>
          </p:nvPr>
        </p:nvSpPr>
        <p:spPr>
          <a:xfrm>
            <a:off x="4857198" y="3051375"/>
            <a:ext cx="3057000" cy="112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5"/>
          <p:cNvSpPr txBox="1">
            <a:spLocks noGrp="1"/>
          </p:cNvSpPr>
          <p:nvPr>
            <p:ph type="subTitle" idx="3"/>
          </p:nvPr>
        </p:nvSpPr>
        <p:spPr>
          <a:xfrm>
            <a:off x="1223423" y="2662350"/>
            <a:ext cx="3057000" cy="43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74" name="Google Shape;74;p5"/>
          <p:cNvSpPr txBox="1">
            <a:spLocks noGrp="1"/>
          </p:cNvSpPr>
          <p:nvPr>
            <p:ph type="subTitle" idx="4"/>
          </p:nvPr>
        </p:nvSpPr>
        <p:spPr>
          <a:xfrm>
            <a:off x="4857198" y="2662350"/>
            <a:ext cx="3057000" cy="43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grpSp>
        <p:nvGrpSpPr>
          <p:cNvPr id="76" name="Google Shape;76;p6"/>
          <p:cNvGrpSpPr/>
          <p:nvPr/>
        </p:nvGrpSpPr>
        <p:grpSpPr>
          <a:xfrm flipH="1">
            <a:off x="-845" y="-7087"/>
            <a:ext cx="9022317" cy="5151477"/>
            <a:chOff x="121906" y="-21276"/>
            <a:chExt cx="9022317" cy="5151477"/>
          </a:xfrm>
        </p:grpSpPr>
        <p:grpSp>
          <p:nvGrpSpPr>
            <p:cNvPr id="77" name="Google Shape;77;p6"/>
            <p:cNvGrpSpPr/>
            <p:nvPr/>
          </p:nvGrpSpPr>
          <p:grpSpPr>
            <a:xfrm rot="10800000" flipH="1">
              <a:off x="8203748" y="359806"/>
              <a:ext cx="940474" cy="4770395"/>
              <a:chOff x="6465811" y="2025850"/>
              <a:chExt cx="850339" cy="4313196"/>
            </a:xfrm>
          </p:grpSpPr>
          <p:grpSp>
            <p:nvGrpSpPr>
              <p:cNvPr id="78" name="Google Shape;78;p6"/>
              <p:cNvGrpSpPr/>
              <p:nvPr/>
            </p:nvGrpSpPr>
            <p:grpSpPr>
              <a:xfrm>
                <a:off x="6737850" y="2025850"/>
                <a:ext cx="578300" cy="1323750"/>
                <a:chOff x="6737850" y="2025850"/>
                <a:chExt cx="578300" cy="1323750"/>
              </a:xfrm>
            </p:grpSpPr>
            <p:sp>
              <p:nvSpPr>
                <p:cNvPr id="79" name="Google Shape;79;p6"/>
                <p:cNvSpPr/>
                <p:nvPr/>
              </p:nvSpPr>
              <p:spPr>
                <a:xfrm rot="10800000" flipH="1">
                  <a:off x="6737850" y="272267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rot="10800000" flipH="1">
                  <a:off x="6737850" y="2025850"/>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6"/>
              <p:cNvSpPr/>
              <p:nvPr/>
            </p:nvSpPr>
            <p:spPr>
              <a:xfrm>
                <a:off x="6737855" y="5555571"/>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6465811" y="6066996"/>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 name="Google Shape;83;p6"/>
            <p:cNvGrpSpPr/>
            <p:nvPr/>
          </p:nvGrpSpPr>
          <p:grpSpPr>
            <a:xfrm rot="-5400000" flipH="1">
              <a:off x="-176452" y="4243762"/>
              <a:ext cx="1010248" cy="413533"/>
              <a:chOff x="5337014" y="2230182"/>
              <a:chExt cx="913425" cy="373900"/>
            </a:xfrm>
          </p:grpSpPr>
          <p:sp>
            <p:nvSpPr>
              <p:cNvPr id="84" name="Google Shape;84;p6"/>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 name="Google Shape;86;p6"/>
            <p:cNvSpPr/>
            <p:nvPr/>
          </p:nvSpPr>
          <p:spPr>
            <a:xfrm flipH="1">
              <a:off x="344875" y="438950"/>
              <a:ext cx="271300" cy="271325"/>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p:nvPr/>
          </p:nvSpPr>
          <p:spPr>
            <a:xfrm rot="5400000">
              <a:off x="1025853" y="-242705"/>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6"/>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8"/>
        <p:cNvGrpSpPr/>
        <p:nvPr/>
      </p:nvGrpSpPr>
      <p:grpSpPr>
        <a:xfrm>
          <a:off x="0" y="0"/>
          <a:ext cx="0" cy="0"/>
          <a:chOff x="0" y="0"/>
          <a:chExt cx="0" cy="0"/>
        </a:xfrm>
      </p:grpSpPr>
      <p:grpSp>
        <p:nvGrpSpPr>
          <p:cNvPr id="129" name="Google Shape;129;p9"/>
          <p:cNvGrpSpPr/>
          <p:nvPr/>
        </p:nvGrpSpPr>
        <p:grpSpPr>
          <a:xfrm>
            <a:off x="326275" y="273742"/>
            <a:ext cx="8817948" cy="5134261"/>
            <a:chOff x="326275" y="273742"/>
            <a:chExt cx="8817948" cy="5134261"/>
          </a:xfrm>
        </p:grpSpPr>
        <p:grpSp>
          <p:nvGrpSpPr>
            <p:cNvPr id="130" name="Google Shape;130;p9"/>
            <p:cNvGrpSpPr/>
            <p:nvPr/>
          </p:nvGrpSpPr>
          <p:grpSpPr>
            <a:xfrm rot="10800000" flipH="1">
              <a:off x="6955298" y="273742"/>
              <a:ext cx="2188924" cy="4770395"/>
              <a:chOff x="5337014" y="2025850"/>
              <a:chExt cx="1979136" cy="4313196"/>
            </a:xfrm>
          </p:grpSpPr>
          <p:grpSp>
            <p:nvGrpSpPr>
              <p:cNvPr id="131" name="Google Shape;131;p9"/>
              <p:cNvGrpSpPr/>
              <p:nvPr/>
            </p:nvGrpSpPr>
            <p:grpSpPr>
              <a:xfrm>
                <a:off x="6737850" y="2025850"/>
                <a:ext cx="578300" cy="2019825"/>
                <a:chOff x="6737850" y="2025850"/>
                <a:chExt cx="578300" cy="2019825"/>
              </a:xfrm>
            </p:grpSpPr>
            <p:sp>
              <p:nvSpPr>
                <p:cNvPr id="132" name="Google Shape;132;p9"/>
                <p:cNvSpPr/>
                <p:nvPr/>
              </p:nvSpPr>
              <p:spPr>
                <a:xfrm rot="10800000" flipH="1">
                  <a:off x="6737850" y="3418725"/>
                  <a:ext cx="578300" cy="250800"/>
                </a:xfrm>
                <a:custGeom>
                  <a:avLst/>
                  <a:gdLst/>
                  <a:ahLst/>
                  <a:cxnLst/>
                  <a:rect l="l" t="t" r="r" b="b"/>
                  <a:pathLst>
                    <a:path w="23132" h="10032" extrusionOk="0">
                      <a:moveTo>
                        <a:pt x="9271" y="1"/>
                      </a:moveTo>
                      <a:lnTo>
                        <a:pt x="0" y="10031"/>
                      </a:lnTo>
                      <a:lnTo>
                        <a:pt x="23132" y="10031"/>
                      </a:lnTo>
                      <a:lnTo>
                        <a:pt x="231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rot="10800000" flipH="1">
                  <a:off x="6969625" y="3669500"/>
                  <a:ext cx="346525" cy="376175"/>
                </a:xfrm>
                <a:custGeom>
                  <a:avLst/>
                  <a:gdLst/>
                  <a:ahLst/>
                  <a:cxnLst/>
                  <a:rect l="l" t="t" r="r" b="b"/>
                  <a:pathLst>
                    <a:path w="13861" h="15047" extrusionOk="0">
                      <a:moveTo>
                        <a:pt x="13861" y="1"/>
                      </a:moveTo>
                      <a:lnTo>
                        <a:pt x="0" y="15047"/>
                      </a:lnTo>
                      <a:lnTo>
                        <a:pt x="13861" y="15047"/>
                      </a:lnTo>
                      <a:lnTo>
                        <a:pt x="138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rot="10800000" flipH="1">
                  <a:off x="6737850" y="272267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p:nvPr/>
              </p:nvSpPr>
              <p:spPr>
                <a:xfrm rot="10800000" flipH="1">
                  <a:off x="6737850" y="2025850"/>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9"/>
              <p:cNvSpPr/>
              <p:nvPr/>
            </p:nvSpPr>
            <p:spPr>
              <a:xfrm>
                <a:off x="6737855" y="5555571"/>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a:off x="6465811" y="6066996"/>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9"/>
            <p:cNvGrpSpPr/>
            <p:nvPr/>
          </p:nvGrpSpPr>
          <p:grpSpPr>
            <a:xfrm rot="-5400000" flipH="1">
              <a:off x="698238" y="4041316"/>
              <a:ext cx="994725" cy="1738650"/>
              <a:chOff x="2756000" y="88900"/>
              <a:chExt cx="994725" cy="1738650"/>
            </a:xfrm>
          </p:grpSpPr>
          <p:sp>
            <p:nvSpPr>
              <p:cNvPr id="141" name="Google Shape;141;p9"/>
              <p:cNvSpPr/>
              <p:nvPr/>
            </p:nvSpPr>
            <p:spPr>
              <a:xfrm>
                <a:off x="2756000" y="88900"/>
                <a:ext cx="869350" cy="1738650"/>
              </a:xfrm>
              <a:custGeom>
                <a:avLst/>
                <a:gdLst/>
                <a:ahLst/>
                <a:cxnLst/>
                <a:rect l="l" t="t" r="r" b="b"/>
                <a:pathLst>
                  <a:path w="34774" h="69546" extrusionOk="0">
                    <a:moveTo>
                      <a:pt x="34774" y="1"/>
                    </a:moveTo>
                    <a:cubicBezTo>
                      <a:pt x="15594" y="1"/>
                      <a:pt x="1" y="15594"/>
                      <a:pt x="1" y="34773"/>
                    </a:cubicBezTo>
                    <a:cubicBezTo>
                      <a:pt x="1" y="53953"/>
                      <a:pt x="15624" y="69546"/>
                      <a:pt x="34774" y="69546"/>
                    </a:cubicBezTo>
                    <a:lnTo>
                      <a:pt x="34774" y="57752"/>
                    </a:lnTo>
                    <a:cubicBezTo>
                      <a:pt x="22068" y="57752"/>
                      <a:pt x="11795" y="47418"/>
                      <a:pt x="11795" y="34773"/>
                    </a:cubicBezTo>
                    <a:cubicBezTo>
                      <a:pt x="11795" y="22129"/>
                      <a:pt x="22068" y="11794"/>
                      <a:pt x="34774" y="11794"/>
                    </a:cubicBezTo>
                    <a:lnTo>
                      <a:pt x="347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2881400" y="88900"/>
                <a:ext cx="869325" cy="1738650"/>
              </a:xfrm>
              <a:custGeom>
                <a:avLst/>
                <a:gdLst/>
                <a:ahLst/>
                <a:cxnLst/>
                <a:rect l="l" t="t" r="r" b="b"/>
                <a:pathLst>
                  <a:path w="34773" h="69546" fill="none" extrusionOk="0">
                    <a:moveTo>
                      <a:pt x="34773" y="1"/>
                    </a:moveTo>
                    <a:lnTo>
                      <a:pt x="34773" y="11794"/>
                    </a:lnTo>
                    <a:cubicBezTo>
                      <a:pt x="22098" y="11794"/>
                      <a:pt x="11794" y="22098"/>
                      <a:pt x="11794" y="34773"/>
                    </a:cubicBezTo>
                    <a:cubicBezTo>
                      <a:pt x="11794" y="47478"/>
                      <a:pt x="22068" y="57752"/>
                      <a:pt x="34773" y="57752"/>
                    </a:cubicBezTo>
                    <a:lnTo>
                      <a:pt x="34773" y="69546"/>
                    </a:lnTo>
                    <a:cubicBezTo>
                      <a:pt x="15624" y="69546"/>
                      <a:pt x="0" y="53953"/>
                      <a:pt x="0" y="34773"/>
                    </a:cubicBezTo>
                    <a:cubicBezTo>
                      <a:pt x="0" y="15594"/>
                      <a:pt x="15624" y="1"/>
                      <a:pt x="34773" y="1"/>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3" name="Google Shape;143;p9"/>
          <p:cNvSpPr txBox="1">
            <a:spLocks noGrp="1"/>
          </p:cNvSpPr>
          <p:nvPr>
            <p:ph type="title"/>
          </p:nvPr>
        </p:nvSpPr>
        <p:spPr>
          <a:xfrm>
            <a:off x="720014" y="1204251"/>
            <a:ext cx="4900500" cy="896400"/>
          </a:xfrm>
          <a:prstGeom prst="rect">
            <a:avLst/>
          </a:prstGeom>
        </p:spPr>
        <p:txBody>
          <a:bodyPr spcFirstLastPara="1" wrap="square" lIns="91425" tIns="91425" rIns="91425" bIns="91425" anchor="t" anchorCtr="0">
            <a:noAutofit/>
          </a:bodyPr>
          <a:lstStyle>
            <a:lvl1pPr lvl="0" algn="l" rtl="0">
              <a:lnSpc>
                <a:spcPct val="115000"/>
              </a:lnSpc>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4" name="Google Shape;144;p9"/>
          <p:cNvSpPr txBox="1">
            <a:spLocks noGrp="1"/>
          </p:cNvSpPr>
          <p:nvPr>
            <p:ph type="subTitle" idx="1"/>
          </p:nvPr>
        </p:nvSpPr>
        <p:spPr>
          <a:xfrm>
            <a:off x="720000" y="2100676"/>
            <a:ext cx="4900500" cy="123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6"/>
        <p:cNvGrpSpPr/>
        <p:nvPr/>
      </p:nvGrpSpPr>
      <p:grpSpPr>
        <a:xfrm>
          <a:off x="0" y="0"/>
          <a:ext cx="0" cy="0"/>
          <a:chOff x="0" y="0"/>
          <a:chExt cx="0" cy="0"/>
        </a:xfrm>
      </p:grpSpPr>
      <p:sp>
        <p:nvSpPr>
          <p:cNvPr id="157" name="Google Shape;157;p12"/>
          <p:cNvSpPr/>
          <p:nvPr/>
        </p:nvSpPr>
        <p:spPr>
          <a:xfrm>
            <a:off x="-35875" y="-14350"/>
            <a:ext cx="9180000" cy="5157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58"/>
        <p:cNvGrpSpPr/>
        <p:nvPr/>
      </p:nvGrpSpPr>
      <p:grpSpPr>
        <a:xfrm>
          <a:off x="0" y="0"/>
          <a:ext cx="0" cy="0"/>
          <a:chOff x="0" y="0"/>
          <a:chExt cx="0" cy="0"/>
        </a:xfrm>
      </p:grpSpPr>
      <p:grpSp>
        <p:nvGrpSpPr>
          <p:cNvPr id="159" name="Google Shape;159;p13"/>
          <p:cNvGrpSpPr/>
          <p:nvPr/>
        </p:nvGrpSpPr>
        <p:grpSpPr>
          <a:xfrm>
            <a:off x="0" y="141991"/>
            <a:ext cx="9418713" cy="5001509"/>
            <a:chOff x="0" y="141991"/>
            <a:chExt cx="9418713" cy="5001509"/>
          </a:xfrm>
        </p:grpSpPr>
        <p:sp>
          <p:nvSpPr>
            <p:cNvPr id="160" name="Google Shape;160;p13"/>
            <p:cNvSpPr/>
            <p:nvPr/>
          </p:nvSpPr>
          <p:spPr>
            <a:xfrm rot="5400000">
              <a:off x="783825" y="3837600"/>
              <a:ext cx="522075" cy="2089725"/>
            </a:xfrm>
            <a:custGeom>
              <a:avLst/>
              <a:gdLst/>
              <a:ahLst/>
              <a:cxnLst/>
              <a:rect l="l" t="t" r="r" b="b"/>
              <a:pathLst>
                <a:path w="20883" h="83589" extrusionOk="0">
                  <a:moveTo>
                    <a:pt x="20882" y="1"/>
                  </a:moveTo>
                  <a:cubicBezTo>
                    <a:pt x="9332" y="1"/>
                    <a:pt x="0" y="9362"/>
                    <a:pt x="0" y="20913"/>
                  </a:cubicBezTo>
                  <a:lnTo>
                    <a:pt x="0" y="83588"/>
                  </a:lnTo>
                  <a:lnTo>
                    <a:pt x="20882" y="83588"/>
                  </a:lnTo>
                  <a:lnTo>
                    <a:pt x="208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 name="Google Shape;161;p13"/>
            <p:cNvGrpSpPr/>
            <p:nvPr/>
          </p:nvGrpSpPr>
          <p:grpSpPr>
            <a:xfrm>
              <a:off x="135160" y="4037065"/>
              <a:ext cx="820281" cy="820281"/>
              <a:chOff x="5904250" y="677050"/>
              <a:chExt cx="1208250" cy="1208250"/>
            </a:xfrm>
          </p:grpSpPr>
          <p:sp>
            <p:nvSpPr>
              <p:cNvPr id="162" name="Google Shape;162;p13"/>
              <p:cNvSpPr/>
              <p:nvPr/>
            </p:nvSpPr>
            <p:spPr>
              <a:xfrm>
                <a:off x="5904250" y="677050"/>
                <a:ext cx="1208250" cy="851100"/>
              </a:xfrm>
              <a:custGeom>
                <a:avLst/>
                <a:gdLst/>
                <a:ahLst/>
                <a:cxnLst/>
                <a:rect l="l" t="t" r="r" b="b"/>
                <a:pathLst>
                  <a:path w="48330" h="34044" extrusionOk="0">
                    <a:moveTo>
                      <a:pt x="24165" y="1"/>
                    </a:moveTo>
                    <a:lnTo>
                      <a:pt x="0" y="24165"/>
                    </a:lnTo>
                    <a:lnTo>
                      <a:pt x="9879" y="34044"/>
                    </a:lnTo>
                    <a:lnTo>
                      <a:pt x="38451" y="34044"/>
                    </a:lnTo>
                    <a:lnTo>
                      <a:pt x="48330" y="24165"/>
                    </a:lnTo>
                    <a:lnTo>
                      <a:pt x="241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6151200" y="1528125"/>
                <a:ext cx="714325" cy="357175"/>
              </a:xfrm>
              <a:custGeom>
                <a:avLst/>
                <a:gdLst/>
                <a:ahLst/>
                <a:cxnLst/>
                <a:rect l="l" t="t" r="r" b="b"/>
                <a:pathLst>
                  <a:path w="28573" h="14287" extrusionOk="0">
                    <a:moveTo>
                      <a:pt x="1" y="1"/>
                    </a:moveTo>
                    <a:lnTo>
                      <a:pt x="14287" y="14287"/>
                    </a:lnTo>
                    <a:lnTo>
                      <a:pt x="285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13"/>
            <p:cNvGrpSpPr/>
            <p:nvPr/>
          </p:nvGrpSpPr>
          <p:grpSpPr>
            <a:xfrm>
              <a:off x="7371097" y="4485700"/>
              <a:ext cx="893432" cy="527284"/>
              <a:chOff x="4994072" y="4013425"/>
              <a:chExt cx="893432" cy="527284"/>
            </a:xfrm>
          </p:grpSpPr>
          <p:sp>
            <p:nvSpPr>
              <p:cNvPr id="165" name="Google Shape;165;p13"/>
              <p:cNvSpPr/>
              <p:nvPr/>
            </p:nvSpPr>
            <p:spPr>
              <a:xfrm>
                <a:off x="4994072" y="4198065"/>
                <a:ext cx="66654" cy="66633"/>
              </a:xfrm>
              <a:custGeom>
                <a:avLst/>
                <a:gdLst/>
                <a:ahLst/>
                <a:cxnLst/>
                <a:rect l="l" t="t" r="r" b="b"/>
                <a:pathLst>
                  <a:path w="3193" h="3192" extrusionOk="0">
                    <a:moveTo>
                      <a:pt x="1612" y="0"/>
                    </a:moveTo>
                    <a:cubicBezTo>
                      <a:pt x="730" y="0"/>
                      <a:pt x="1" y="730"/>
                      <a:pt x="1" y="1581"/>
                    </a:cubicBezTo>
                    <a:cubicBezTo>
                      <a:pt x="1" y="2462"/>
                      <a:pt x="730" y="3192"/>
                      <a:pt x="1612" y="3192"/>
                    </a:cubicBezTo>
                    <a:cubicBezTo>
                      <a:pt x="2463" y="3192"/>
                      <a:pt x="3193" y="2462"/>
                      <a:pt x="3193" y="158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3"/>
              <p:cNvSpPr/>
              <p:nvPr/>
            </p:nvSpPr>
            <p:spPr>
              <a:xfrm>
                <a:off x="5317678" y="4198065"/>
                <a:ext cx="66654" cy="66633"/>
              </a:xfrm>
              <a:custGeom>
                <a:avLst/>
                <a:gdLst/>
                <a:ahLst/>
                <a:cxnLst/>
                <a:rect l="l" t="t" r="r" b="b"/>
                <a:pathLst>
                  <a:path w="3193" h="3192" extrusionOk="0">
                    <a:moveTo>
                      <a:pt x="1581" y="0"/>
                    </a:moveTo>
                    <a:cubicBezTo>
                      <a:pt x="730" y="0"/>
                      <a:pt x="1" y="730"/>
                      <a:pt x="1" y="1581"/>
                    </a:cubicBezTo>
                    <a:cubicBezTo>
                      <a:pt x="1" y="2462"/>
                      <a:pt x="730" y="3192"/>
                      <a:pt x="1581" y="3192"/>
                    </a:cubicBezTo>
                    <a:cubicBezTo>
                      <a:pt x="2463" y="3192"/>
                      <a:pt x="3192" y="2462"/>
                      <a:pt x="3192" y="158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5640658" y="4198065"/>
                <a:ext cx="66633" cy="66633"/>
              </a:xfrm>
              <a:custGeom>
                <a:avLst/>
                <a:gdLst/>
                <a:ahLst/>
                <a:cxnLst/>
                <a:rect l="l" t="t" r="r" b="b"/>
                <a:pathLst>
                  <a:path w="3192" h="3192" extrusionOk="0">
                    <a:moveTo>
                      <a:pt x="1581" y="0"/>
                    </a:moveTo>
                    <a:cubicBezTo>
                      <a:pt x="699" y="0"/>
                      <a:pt x="0" y="730"/>
                      <a:pt x="0" y="1581"/>
                    </a:cubicBezTo>
                    <a:cubicBezTo>
                      <a:pt x="0" y="2462"/>
                      <a:pt x="699" y="3192"/>
                      <a:pt x="1581" y="3192"/>
                    </a:cubicBezTo>
                    <a:cubicBezTo>
                      <a:pt x="2462" y="3192"/>
                      <a:pt x="3192" y="2462"/>
                      <a:pt x="3192" y="158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3"/>
              <p:cNvSpPr/>
              <p:nvPr/>
            </p:nvSpPr>
            <p:spPr>
              <a:xfrm>
                <a:off x="4994072" y="4474076"/>
                <a:ext cx="66654" cy="66633"/>
              </a:xfrm>
              <a:custGeom>
                <a:avLst/>
                <a:gdLst/>
                <a:ahLst/>
                <a:cxnLst/>
                <a:rect l="l" t="t" r="r" b="b"/>
                <a:pathLst>
                  <a:path w="3193" h="3192" extrusionOk="0">
                    <a:moveTo>
                      <a:pt x="1612" y="0"/>
                    </a:moveTo>
                    <a:cubicBezTo>
                      <a:pt x="730" y="0"/>
                      <a:pt x="1" y="730"/>
                      <a:pt x="1" y="1611"/>
                    </a:cubicBezTo>
                    <a:cubicBezTo>
                      <a:pt x="1" y="2462"/>
                      <a:pt x="730" y="3192"/>
                      <a:pt x="1612" y="3192"/>
                    </a:cubicBezTo>
                    <a:cubicBezTo>
                      <a:pt x="2463" y="3192"/>
                      <a:pt x="3193" y="2462"/>
                      <a:pt x="3193" y="161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p:nvPr/>
            </p:nvSpPr>
            <p:spPr>
              <a:xfrm>
                <a:off x="5317678" y="4474076"/>
                <a:ext cx="66654" cy="66633"/>
              </a:xfrm>
              <a:custGeom>
                <a:avLst/>
                <a:gdLst/>
                <a:ahLst/>
                <a:cxnLst/>
                <a:rect l="l" t="t" r="r" b="b"/>
                <a:pathLst>
                  <a:path w="3193" h="3192" extrusionOk="0">
                    <a:moveTo>
                      <a:pt x="1581" y="0"/>
                    </a:moveTo>
                    <a:cubicBezTo>
                      <a:pt x="730" y="0"/>
                      <a:pt x="1" y="730"/>
                      <a:pt x="1" y="1611"/>
                    </a:cubicBezTo>
                    <a:cubicBezTo>
                      <a:pt x="1" y="2462"/>
                      <a:pt x="730" y="3192"/>
                      <a:pt x="1581" y="3192"/>
                    </a:cubicBezTo>
                    <a:cubicBezTo>
                      <a:pt x="2463" y="3192"/>
                      <a:pt x="3192" y="2462"/>
                      <a:pt x="3192" y="161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5640658" y="4474076"/>
                <a:ext cx="66633" cy="66633"/>
              </a:xfrm>
              <a:custGeom>
                <a:avLst/>
                <a:gdLst/>
                <a:ahLst/>
                <a:cxnLst/>
                <a:rect l="l" t="t" r="r" b="b"/>
                <a:pathLst>
                  <a:path w="3192" h="3192" extrusionOk="0">
                    <a:moveTo>
                      <a:pt x="1581" y="0"/>
                    </a:moveTo>
                    <a:cubicBezTo>
                      <a:pt x="699" y="0"/>
                      <a:pt x="0" y="730"/>
                      <a:pt x="0" y="1611"/>
                    </a:cubicBezTo>
                    <a:cubicBezTo>
                      <a:pt x="0" y="2462"/>
                      <a:pt x="699" y="3192"/>
                      <a:pt x="1581" y="3192"/>
                    </a:cubicBezTo>
                    <a:cubicBezTo>
                      <a:pt x="2462" y="3192"/>
                      <a:pt x="3192" y="2462"/>
                      <a:pt x="3192" y="161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p:nvPr/>
            </p:nvSpPr>
            <p:spPr>
              <a:xfrm>
                <a:off x="5460443" y="4013425"/>
                <a:ext cx="427061" cy="426414"/>
              </a:xfrm>
              <a:custGeom>
                <a:avLst/>
                <a:gdLst/>
                <a:ahLst/>
                <a:cxnLst/>
                <a:rect l="l" t="t" r="r" b="b"/>
                <a:pathLst>
                  <a:path w="20458" h="20427" extrusionOk="0">
                    <a:moveTo>
                      <a:pt x="10214" y="5563"/>
                    </a:moveTo>
                    <a:cubicBezTo>
                      <a:pt x="12767" y="5563"/>
                      <a:pt x="14864" y="7660"/>
                      <a:pt x="14864" y="10213"/>
                    </a:cubicBezTo>
                    <a:cubicBezTo>
                      <a:pt x="14864" y="12766"/>
                      <a:pt x="12767" y="14864"/>
                      <a:pt x="10214" y="14864"/>
                    </a:cubicBezTo>
                    <a:cubicBezTo>
                      <a:pt x="7691" y="14864"/>
                      <a:pt x="5594" y="12766"/>
                      <a:pt x="5594" y="10213"/>
                    </a:cubicBezTo>
                    <a:cubicBezTo>
                      <a:pt x="5594" y="7660"/>
                      <a:pt x="7691" y="5563"/>
                      <a:pt x="10214" y="5563"/>
                    </a:cubicBezTo>
                    <a:close/>
                    <a:moveTo>
                      <a:pt x="10214" y="0"/>
                    </a:moveTo>
                    <a:cubicBezTo>
                      <a:pt x="4591" y="0"/>
                      <a:pt x="1" y="4560"/>
                      <a:pt x="1" y="10213"/>
                    </a:cubicBezTo>
                    <a:cubicBezTo>
                      <a:pt x="1" y="15867"/>
                      <a:pt x="4560" y="20426"/>
                      <a:pt x="10214" y="20426"/>
                    </a:cubicBezTo>
                    <a:cubicBezTo>
                      <a:pt x="15837" y="20426"/>
                      <a:pt x="20457" y="15867"/>
                      <a:pt x="20457" y="10213"/>
                    </a:cubicBezTo>
                    <a:cubicBezTo>
                      <a:pt x="20457" y="4560"/>
                      <a:pt x="15837" y="0"/>
                      <a:pt x="10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13"/>
            <p:cNvGrpSpPr/>
            <p:nvPr/>
          </p:nvGrpSpPr>
          <p:grpSpPr>
            <a:xfrm>
              <a:off x="8423988" y="141991"/>
              <a:ext cx="994725" cy="1738650"/>
              <a:chOff x="2756000" y="88900"/>
              <a:chExt cx="994725" cy="1738650"/>
            </a:xfrm>
          </p:grpSpPr>
          <p:sp>
            <p:nvSpPr>
              <p:cNvPr id="173" name="Google Shape;173;p13"/>
              <p:cNvSpPr/>
              <p:nvPr/>
            </p:nvSpPr>
            <p:spPr>
              <a:xfrm>
                <a:off x="2756000" y="88900"/>
                <a:ext cx="869350" cy="1738650"/>
              </a:xfrm>
              <a:custGeom>
                <a:avLst/>
                <a:gdLst/>
                <a:ahLst/>
                <a:cxnLst/>
                <a:rect l="l" t="t" r="r" b="b"/>
                <a:pathLst>
                  <a:path w="34774" h="69546" extrusionOk="0">
                    <a:moveTo>
                      <a:pt x="34774" y="1"/>
                    </a:moveTo>
                    <a:cubicBezTo>
                      <a:pt x="15594" y="1"/>
                      <a:pt x="1" y="15594"/>
                      <a:pt x="1" y="34773"/>
                    </a:cubicBezTo>
                    <a:cubicBezTo>
                      <a:pt x="1" y="53953"/>
                      <a:pt x="15624" y="69546"/>
                      <a:pt x="34774" y="69546"/>
                    </a:cubicBezTo>
                    <a:lnTo>
                      <a:pt x="34774" y="57752"/>
                    </a:lnTo>
                    <a:cubicBezTo>
                      <a:pt x="22068" y="57752"/>
                      <a:pt x="11795" y="47418"/>
                      <a:pt x="11795" y="34773"/>
                    </a:cubicBezTo>
                    <a:cubicBezTo>
                      <a:pt x="11795" y="22129"/>
                      <a:pt x="22068" y="11794"/>
                      <a:pt x="34774" y="11794"/>
                    </a:cubicBezTo>
                    <a:lnTo>
                      <a:pt x="347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p:nvPr/>
            </p:nvSpPr>
            <p:spPr>
              <a:xfrm>
                <a:off x="2881400" y="88900"/>
                <a:ext cx="869325" cy="1738650"/>
              </a:xfrm>
              <a:custGeom>
                <a:avLst/>
                <a:gdLst/>
                <a:ahLst/>
                <a:cxnLst/>
                <a:rect l="l" t="t" r="r" b="b"/>
                <a:pathLst>
                  <a:path w="34773" h="69546" fill="none" extrusionOk="0">
                    <a:moveTo>
                      <a:pt x="34773" y="1"/>
                    </a:moveTo>
                    <a:lnTo>
                      <a:pt x="34773" y="11794"/>
                    </a:lnTo>
                    <a:cubicBezTo>
                      <a:pt x="22098" y="11794"/>
                      <a:pt x="11794" y="22098"/>
                      <a:pt x="11794" y="34773"/>
                    </a:cubicBezTo>
                    <a:cubicBezTo>
                      <a:pt x="11794" y="47478"/>
                      <a:pt x="22068" y="57752"/>
                      <a:pt x="34773" y="57752"/>
                    </a:cubicBezTo>
                    <a:lnTo>
                      <a:pt x="34773" y="69546"/>
                    </a:lnTo>
                    <a:cubicBezTo>
                      <a:pt x="15624" y="69546"/>
                      <a:pt x="0" y="53953"/>
                      <a:pt x="0" y="34773"/>
                    </a:cubicBezTo>
                    <a:cubicBezTo>
                      <a:pt x="0" y="15594"/>
                      <a:pt x="15624" y="1"/>
                      <a:pt x="34773" y="1"/>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13"/>
            <p:cNvGrpSpPr/>
            <p:nvPr/>
          </p:nvGrpSpPr>
          <p:grpSpPr>
            <a:xfrm rot="5400000">
              <a:off x="-163202" y="515834"/>
              <a:ext cx="1010248" cy="413533"/>
              <a:chOff x="5337014" y="2230182"/>
              <a:chExt cx="913425" cy="373900"/>
            </a:xfrm>
          </p:grpSpPr>
          <p:sp>
            <p:nvSpPr>
              <p:cNvPr id="176" name="Google Shape;176;p13"/>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3"/>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8" name="Google Shape;178;p13"/>
          <p:cNvSpPr txBox="1">
            <a:spLocks noGrp="1"/>
          </p:cNvSpPr>
          <p:nvPr>
            <p:ph type="title"/>
          </p:nvPr>
        </p:nvSpPr>
        <p:spPr>
          <a:xfrm>
            <a:off x="1922971" y="1729813"/>
            <a:ext cx="2422800" cy="438900"/>
          </a:xfrm>
          <a:prstGeom prst="rect">
            <a:avLst/>
          </a:prstGeom>
          <a:noFill/>
        </p:spPr>
        <p:txBody>
          <a:bodyPr spcFirstLastPara="1" wrap="square" lIns="91425" tIns="91425" rIns="91425" bIns="91425" anchor="b" anchorCtr="0">
            <a:noAutofit/>
          </a:bodyPr>
          <a:lstStyle>
            <a:lvl1pPr lvl="0" algn="l" rtl="0">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79" name="Google Shape;179;p13"/>
          <p:cNvSpPr txBox="1">
            <a:spLocks noGrp="1"/>
          </p:cNvSpPr>
          <p:nvPr>
            <p:ph type="title" idx="2" hasCustomPrompt="1"/>
          </p:nvPr>
        </p:nvSpPr>
        <p:spPr>
          <a:xfrm>
            <a:off x="879490" y="1729813"/>
            <a:ext cx="967200" cy="584700"/>
          </a:xfrm>
          <a:prstGeom prst="rect">
            <a:avLst/>
          </a:prstGeom>
          <a:noFill/>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0" name="Google Shape;180;p13"/>
          <p:cNvSpPr txBox="1">
            <a:spLocks noGrp="1"/>
          </p:cNvSpPr>
          <p:nvPr>
            <p:ph type="subTitle" idx="1"/>
          </p:nvPr>
        </p:nvSpPr>
        <p:spPr>
          <a:xfrm>
            <a:off x="1922971" y="2038117"/>
            <a:ext cx="24228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1" name="Google Shape;181;p13"/>
          <p:cNvSpPr txBox="1">
            <a:spLocks noGrp="1"/>
          </p:cNvSpPr>
          <p:nvPr>
            <p:ph type="title" idx="3"/>
          </p:nvPr>
        </p:nvSpPr>
        <p:spPr>
          <a:xfrm>
            <a:off x="5841720" y="1729813"/>
            <a:ext cx="2422800" cy="438900"/>
          </a:xfrm>
          <a:prstGeom prst="rect">
            <a:avLst/>
          </a:prstGeom>
          <a:noFill/>
        </p:spPr>
        <p:txBody>
          <a:bodyPr spcFirstLastPara="1" wrap="square" lIns="91425" tIns="91425" rIns="91425" bIns="91425" anchor="b" anchorCtr="0">
            <a:noAutofit/>
          </a:bodyPr>
          <a:lstStyle>
            <a:lvl1pPr lvl="0" algn="l" rtl="0">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82" name="Google Shape;182;p13"/>
          <p:cNvSpPr txBox="1">
            <a:spLocks noGrp="1"/>
          </p:cNvSpPr>
          <p:nvPr>
            <p:ph type="title" idx="4" hasCustomPrompt="1"/>
          </p:nvPr>
        </p:nvSpPr>
        <p:spPr>
          <a:xfrm>
            <a:off x="4798309" y="1729813"/>
            <a:ext cx="967200" cy="584700"/>
          </a:xfrm>
          <a:prstGeom prst="rect">
            <a:avLst/>
          </a:prstGeom>
          <a:noFill/>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3" name="Google Shape;183;p13"/>
          <p:cNvSpPr txBox="1">
            <a:spLocks noGrp="1"/>
          </p:cNvSpPr>
          <p:nvPr>
            <p:ph type="subTitle" idx="5"/>
          </p:nvPr>
        </p:nvSpPr>
        <p:spPr>
          <a:xfrm>
            <a:off x="5841720" y="2038110"/>
            <a:ext cx="24228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4" name="Google Shape;184;p13"/>
          <p:cNvSpPr txBox="1">
            <a:spLocks noGrp="1"/>
          </p:cNvSpPr>
          <p:nvPr>
            <p:ph type="title" idx="6"/>
          </p:nvPr>
        </p:nvSpPr>
        <p:spPr>
          <a:xfrm>
            <a:off x="1922971" y="3095085"/>
            <a:ext cx="2422800" cy="438900"/>
          </a:xfrm>
          <a:prstGeom prst="rect">
            <a:avLst/>
          </a:prstGeom>
          <a:noFill/>
        </p:spPr>
        <p:txBody>
          <a:bodyPr spcFirstLastPara="1" wrap="square" lIns="91425" tIns="91425" rIns="91425" bIns="91425" anchor="b" anchorCtr="0">
            <a:noAutofit/>
          </a:bodyPr>
          <a:lstStyle>
            <a:lvl1pPr lvl="0" algn="l" rtl="0">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85" name="Google Shape;185;p13"/>
          <p:cNvSpPr txBox="1">
            <a:spLocks noGrp="1"/>
          </p:cNvSpPr>
          <p:nvPr>
            <p:ph type="title" idx="7" hasCustomPrompt="1"/>
          </p:nvPr>
        </p:nvSpPr>
        <p:spPr>
          <a:xfrm>
            <a:off x="879490" y="3094915"/>
            <a:ext cx="967200" cy="585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6" name="Google Shape;186;p13"/>
          <p:cNvSpPr txBox="1">
            <a:spLocks noGrp="1"/>
          </p:cNvSpPr>
          <p:nvPr>
            <p:ph type="subTitle" idx="8"/>
          </p:nvPr>
        </p:nvSpPr>
        <p:spPr>
          <a:xfrm>
            <a:off x="1922971" y="3403388"/>
            <a:ext cx="24228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7" name="Google Shape;187;p13"/>
          <p:cNvSpPr txBox="1">
            <a:spLocks noGrp="1"/>
          </p:cNvSpPr>
          <p:nvPr>
            <p:ph type="title" idx="9"/>
          </p:nvPr>
        </p:nvSpPr>
        <p:spPr>
          <a:xfrm>
            <a:off x="5841720" y="3095085"/>
            <a:ext cx="2422800" cy="438900"/>
          </a:xfrm>
          <a:prstGeom prst="rect">
            <a:avLst/>
          </a:prstGeom>
          <a:noFill/>
        </p:spPr>
        <p:txBody>
          <a:bodyPr spcFirstLastPara="1" wrap="square" lIns="91425" tIns="91425" rIns="91425" bIns="91425" anchor="b" anchorCtr="0">
            <a:noAutofit/>
          </a:bodyPr>
          <a:lstStyle>
            <a:lvl1pPr lvl="0" algn="l" rtl="0">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88" name="Google Shape;188;p13"/>
          <p:cNvSpPr txBox="1">
            <a:spLocks noGrp="1"/>
          </p:cNvSpPr>
          <p:nvPr>
            <p:ph type="title" idx="13" hasCustomPrompt="1"/>
          </p:nvPr>
        </p:nvSpPr>
        <p:spPr>
          <a:xfrm>
            <a:off x="4798309" y="3094914"/>
            <a:ext cx="967200" cy="585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 name="Google Shape;189;p13"/>
          <p:cNvSpPr txBox="1">
            <a:spLocks noGrp="1"/>
          </p:cNvSpPr>
          <p:nvPr>
            <p:ph type="subTitle" idx="14"/>
          </p:nvPr>
        </p:nvSpPr>
        <p:spPr>
          <a:xfrm>
            <a:off x="5841720" y="3403388"/>
            <a:ext cx="24228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0" name="Google Shape;190;p13"/>
          <p:cNvSpPr txBox="1">
            <a:spLocks noGrp="1"/>
          </p:cNvSpPr>
          <p:nvPr>
            <p:ph type="title" idx="15"/>
          </p:nvPr>
        </p:nvSpPr>
        <p:spPr>
          <a:xfrm>
            <a:off x="720000" y="496318"/>
            <a:ext cx="7704000" cy="631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222"/>
        <p:cNvGrpSpPr/>
        <p:nvPr/>
      </p:nvGrpSpPr>
      <p:grpSpPr>
        <a:xfrm>
          <a:off x="0" y="0"/>
          <a:ext cx="0" cy="0"/>
          <a:chOff x="0" y="0"/>
          <a:chExt cx="0" cy="0"/>
        </a:xfrm>
      </p:grpSpPr>
      <p:sp>
        <p:nvSpPr>
          <p:cNvPr id="223" name="Google Shape;223;p15"/>
          <p:cNvSpPr txBox="1">
            <a:spLocks noGrp="1"/>
          </p:cNvSpPr>
          <p:nvPr>
            <p:ph type="subTitle" idx="1"/>
          </p:nvPr>
        </p:nvSpPr>
        <p:spPr>
          <a:xfrm>
            <a:off x="2121150" y="2872150"/>
            <a:ext cx="4901700" cy="653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4" name="Google Shape;224;p15"/>
          <p:cNvSpPr txBox="1">
            <a:spLocks noGrp="1"/>
          </p:cNvSpPr>
          <p:nvPr>
            <p:ph type="title"/>
          </p:nvPr>
        </p:nvSpPr>
        <p:spPr>
          <a:xfrm>
            <a:off x="2121150" y="1618250"/>
            <a:ext cx="4901700" cy="1185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25" name="Google Shape;225;p15"/>
          <p:cNvGrpSpPr/>
          <p:nvPr/>
        </p:nvGrpSpPr>
        <p:grpSpPr>
          <a:xfrm>
            <a:off x="164775" y="7"/>
            <a:ext cx="2016800" cy="5058118"/>
            <a:chOff x="164775" y="7"/>
            <a:chExt cx="2016800" cy="5058118"/>
          </a:xfrm>
        </p:grpSpPr>
        <p:grpSp>
          <p:nvGrpSpPr>
            <p:cNvPr id="226" name="Google Shape;226;p15"/>
            <p:cNvGrpSpPr/>
            <p:nvPr/>
          </p:nvGrpSpPr>
          <p:grpSpPr>
            <a:xfrm>
              <a:off x="164775" y="7"/>
              <a:ext cx="1525445" cy="4552793"/>
              <a:chOff x="164775" y="7"/>
              <a:chExt cx="1525445" cy="4552793"/>
            </a:xfrm>
          </p:grpSpPr>
          <p:sp>
            <p:nvSpPr>
              <p:cNvPr id="227" name="Google Shape;227;p15"/>
              <p:cNvSpPr/>
              <p:nvPr/>
            </p:nvSpPr>
            <p:spPr>
              <a:xfrm flipH="1">
                <a:off x="164775" y="3384825"/>
                <a:ext cx="545650" cy="272825"/>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flipH="1">
                <a:off x="194425" y="3804275"/>
                <a:ext cx="749275" cy="748525"/>
              </a:xfrm>
              <a:custGeom>
                <a:avLst/>
                <a:gdLst/>
                <a:ahLst/>
                <a:cxnLst/>
                <a:rect l="l" t="t" r="r" b="b"/>
                <a:pathLst>
                  <a:path w="29971" h="29941" fill="none" extrusionOk="0">
                    <a:moveTo>
                      <a:pt x="29971" y="12250"/>
                    </a:moveTo>
                    <a:lnTo>
                      <a:pt x="21581" y="12250"/>
                    </a:lnTo>
                    <a:lnTo>
                      <a:pt x="27509" y="6323"/>
                    </a:lnTo>
                    <a:lnTo>
                      <a:pt x="23679" y="2493"/>
                    </a:lnTo>
                    <a:lnTo>
                      <a:pt x="17691" y="8420"/>
                    </a:lnTo>
                    <a:lnTo>
                      <a:pt x="17691" y="1"/>
                    </a:lnTo>
                    <a:lnTo>
                      <a:pt x="12280" y="1"/>
                    </a:lnTo>
                    <a:lnTo>
                      <a:pt x="12280" y="8420"/>
                    </a:lnTo>
                    <a:lnTo>
                      <a:pt x="6353" y="2493"/>
                    </a:lnTo>
                    <a:lnTo>
                      <a:pt x="2462" y="6323"/>
                    </a:lnTo>
                    <a:lnTo>
                      <a:pt x="8390" y="12250"/>
                    </a:lnTo>
                    <a:lnTo>
                      <a:pt x="0" y="12250"/>
                    </a:lnTo>
                    <a:lnTo>
                      <a:pt x="0" y="17721"/>
                    </a:lnTo>
                    <a:lnTo>
                      <a:pt x="8390" y="17721"/>
                    </a:lnTo>
                    <a:lnTo>
                      <a:pt x="2462" y="23648"/>
                    </a:lnTo>
                    <a:lnTo>
                      <a:pt x="6353" y="27509"/>
                    </a:lnTo>
                    <a:lnTo>
                      <a:pt x="12280" y="21582"/>
                    </a:lnTo>
                    <a:lnTo>
                      <a:pt x="12280" y="29940"/>
                    </a:lnTo>
                    <a:lnTo>
                      <a:pt x="17691" y="29940"/>
                    </a:lnTo>
                    <a:lnTo>
                      <a:pt x="17691" y="21582"/>
                    </a:lnTo>
                    <a:lnTo>
                      <a:pt x="23679" y="27509"/>
                    </a:lnTo>
                    <a:lnTo>
                      <a:pt x="27509" y="23648"/>
                    </a:lnTo>
                    <a:lnTo>
                      <a:pt x="21581" y="17721"/>
                    </a:lnTo>
                    <a:lnTo>
                      <a:pt x="29971" y="17721"/>
                    </a:lnTo>
                    <a:close/>
                  </a:path>
                </a:pathLst>
              </a:custGeom>
              <a:solidFill>
                <a:schemeClr val="accent1"/>
              </a:solid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flipH="1">
                <a:off x="344875" y="438950"/>
                <a:ext cx="271300" cy="271325"/>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rot="5400000">
                <a:off x="1025853" y="-221421"/>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31;p15"/>
            <p:cNvGrpSpPr/>
            <p:nvPr/>
          </p:nvGrpSpPr>
          <p:grpSpPr>
            <a:xfrm>
              <a:off x="616175" y="4448150"/>
              <a:ext cx="1565400" cy="609975"/>
              <a:chOff x="616175" y="4448150"/>
              <a:chExt cx="1565400" cy="609975"/>
            </a:xfrm>
          </p:grpSpPr>
          <p:sp>
            <p:nvSpPr>
              <p:cNvPr id="232" name="Google Shape;232;p15"/>
              <p:cNvSpPr/>
              <p:nvPr/>
            </p:nvSpPr>
            <p:spPr>
              <a:xfrm flipH="1">
                <a:off x="616175" y="4448150"/>
                <a:ext cx="1565400" cy="609975"/>
              </a:xfrm>
              <a:custGeom>
                <a:avLst/>
                <a:gdLst/>
                <a:ahLst/>
                <a:cxnLst/>
                <a:rect l="l" t="t" r="r" b="b"/>
                <a:pathLst>
                  <a:path w="62616" h="24399" extrusionOk="0">
                    <a:moveTo>
                      <a:pt x="31874" y="1"/>
                    </a:moveTo>
                    <a:cubicBezTo>
                      <a:pt x="13321" y="1"/>
                      <a:pt x="1" y="11389"/>
                      <a:pt x="1" y="11389"/>
                    </a:cubicBezTo>
                    <a:cubicBezTo>
                      <a:pt x="10548" y="21146"/>
                      <a:pt x="21021" y="24398"/>
                      <a:pt x="30297" y="24398"/>
                    </a:cubicBezTo>
                    <a:cubicBezTo>
                      <a:pt x="48850" y="24398"/>
                      <a:pt x="62616" y="11389"/>
                      <a:pt x="62616" y="11389"/>
                    </a:cubicBezTo>
                    <a:cubicBezTo>
                      <a:pt x="51734" y="2848"/>
                      <a:pt x="41150" y="1"/>
                      <a:pt x="318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p:nvPr/>
            </p:nvSpPr>
            <p:spPr>
              <a:xfrm flipH="1">
                <a:off x="1171650" y="4525425"/>
                <a:ext cx="454425" cy="453675"/>
              </a:xfrm>
              <a:custGeom>
                <a:avLst/>
                <a:gdLst/>
                <a:ahLst/>
                <a:cxnLst/>
                <a:rect l="l" t="t" r="r" b="b"/>
                <a:pathLst>
                  <a:path w="18177" h="18147" extrusionOk="0">
                    <a:moveTo>
                      <a:pt x="9088" y="0"/>
                    </a:moveTo>
                    <a:cubicBezTo>
                      <a:pt x="4073" y="0"/>
                      <a:pt x="0" y="4073"/>
                      <a:pt x="0" y="9088"/>
                    </a:cubicBezTo>
                    <a:cubicBezTo>
                      <a:pt x="0" y="14104"/>
                      <a:pt x="4073" y="18146"/>
                      <a:pt x="9088" y="18146"/>
                    </a:cubicBezTo>
                    <a:cubicBezTo>
                      <a:pt x="14104" y="18146"/>
                      <a:pt x="18177" y="14104"/>
                      <a:pt x="18177" y="9088"/>
                    </a:cubicBezTo>
                    <a:cubicBezTo>
                      <a:pt x="18177" y="4073"/>
                      <a:pt x="14104" y="0"/>
                      <a:pt x="90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p:nvPr/>
            </p:nvSpPr>
            <p:spPr>
              <a:xfrm flipH="1">
                <a:off x="1307675" y="4669825"/>
                <a:ext cx="183150" cy="165300"/>
              </a:xfrm>
              <a:custGeom>
                <a:avLst/>
                <a:gdLst/>
                <a:ahLst/>
                <a:cxnLst/>
                <a:rect l="l" t="t" r="r" b="b"/>
                <a:pathLst>
                  <a:path w="7326" h="6612" extrusionOk="0">
                    <a:moveTo>
                      <a:pt x="3646" y="1"/>
                    </a:moveTo>
                    <a:cubicBezTo>
                      <a:pt x="2194" y="1"/>
                      <a:pt x="861" y="963"/>
                      <a:pt x="456" y="2431"/>
                    </a:cubicBezTo>
                    <a:cubicBezTo>
                      <a:pt x="1" y="4194"/>
                      <a:pt x="1034" y="6018"/>
                      <a:pt x="2797" y="6504"/>
                    </a:cubicBezTo>
                    <a:cubicBezTo>
                      <a:pt x="3078" y="6577"/>
                      <a:pt x="3361" y="6611"/>
                      <a:pt x="3640" y="6611"/>
                    </a:cubicBezTo>
                    <a:cubicBezTo>
                      <a:pt x="5107" y="6611"/>
                      <a:pt x="6456" y="5645"/>
                      <a:pt x="6840" y="4163"/>
                    </a:cubicBezTo>
                    <a:cubicBezTo>
                      <a:pt x="7326" y="2400"/>
                      <a:pt x="6292" y="607"/>
                      <a:pt x="4529" y="121"/>
                    </a:cubicBezTo>
                    <a:cubicBezTo>
                      <a:pt x="4235" y="39"/>
                      <a:pt x="3938" y="1"/>
                      <a:pt x="36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261"/>
        <p:cNvGrpSpPr/>
        <p:nvPr/>
      </p:nvGrpSpPr>
      <p:grpSpPr>
        <a:xfrm>
          <a:off x="0" y="0"/>
          <a:ext cx="0" cy="0"/>
          <a:chOff x="0" y="0"/>
          <a:chExt cx="0" cy="0"/>
        </a:xfrm>
      </p:grpSpPr>
      <p:grpSp>
        <p:nvGrpSpPr>
          <p:cNvPr id="262" name="Google Shape;262;p17"/>
          <p:cNvGrpSpPr/>
          <p:nvPr/>
        </p:nvGrpSpPr>
        <p:grpSpPr>
          <a:xfrm>
            <a:off x="53759" y="141867"/>
            <a:ext cx="9090464" cy="4902270"/>
            <a:chOff x="53759" y="141867"/>
            <a:chExt cx="9090464" cy="4902270"/>
          </a:xfrm>
        </p:grpSpPr>
        <p:grpSp>
          <p:nvGrpSpPr>
            <p:cNvPr id="263" name="Google Shape;263;p17"/>
            <p:cNvGrpSpPr/>
            <p:nvPr/>
          </p:nvGrpSpPr>
          <p:grpSpPr>
            <a:xfrm>
              <a:off x="53759" y="4453013"/>
              <a:ext cx="951560" cy="567450"/>
              <a:chOff x="4029409" y="69738"/>
              <a:chExt cx="951560" cy="567450"/>
            </a:xfrm>
          </p:grpSpPr>
          <p:sp>
            <p:nvSpPr>
              <p:cNvPr id="264" name="Google Shape;264;p17"/>
              <p:cNvSpPr/>
              <p:nvPr/>
            </p:nvSpPr>
            <p:spPr>
              <a:xfrm>
                <a:off x="4413493" y="211208"/>
                <a:ext cx="567476" cy="283738"/>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a:off x="4029409" y="69738"/>
                <a:ext cx="283738" cy="567450"/>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17"/>
            <p:cNvGrpSpPr/>
            <p:nvPr/>
          </p:nvGrpSpPr>
          <p:grpSpPr>
            <a:xfrm rot="10800000" flipH="1">
              <a:off x="6955298" y="141867"/>
              <a:ext cx="2188924" cy="4902270"/>
              <a:chOff x="5337014" y="2025850"/>
              <a:chExt cx="1979136" cy="4432432"/>
            </a:xfrm>
          </p:grpSpPr>
          <p:grpSp>
            <p:nvGrpSpPr>
              <p:cNvPr id="267" name="Google Shape;267;p17"/>
              <p:cNvGrpSpPr/>
              <p:nvPr/>
            </p:nvGrpSpPr>
            <p:grpSpPr>
              <a:xfrm>
                <a:off x="6737850" y="2025850"/>
                <a:ext cx="578300" cy="2019825"/>
                <a:chOff x="6737850" y="2025850"/>
                <a:chExt cx="578300" cy="2019825"/>
              </a:xfrm>
            </p:grpSpPr>
            <p:sp>
              <p:nvSpPr>
                <p:cNvPr id="268" name="Google Shape;268;p17"/>
                <p:cNvSpPr/>
                <p:nvPr/>
              </p:nvSpPr>
              <p:spPr>
                <a:xfrm rot="10800000" flipH="1">
                  <a:off x="6737850" y="3418725"/>
                  <a:ext cx="578300" cy="250800"/>
                </a:xfrm>
                <a:custGeom>
                  <a:avLst/>
                  <a:gdLst/>
                  <a:ahLst/>
                  <a:cxnLst/>
                  <a:rect l="l" t="t" r="r" b="b"/>
                  <a:pathLst>
                    <a:path w="23132" h="10032" extrusionOk="0">
                      <a:moveTo>
                        <a:pt x="9271" y="1"/>
                      </a:moveTo>
                      <a:lnTo>
                        <a:pt x="0" y="10031"/>
                      </a:lnTo>
                      <a:lnTo>
                        <a:pt x="23132" y="10031"/>
                      </a:lnTo>
                      <a:lnTo>
                        <a:pt x="231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7"/>
                <p:cNvSpPr/>
                <p:nvPr/>
              </p:nvSpPr>
              <p:spPr>
                <a:xfrm rot="10800000" flipH="1">
                  <a:off x="6969625" y="3669500"/>
                  <a:ext cx="346525" cy="376175"/>
                </a:xfrm>
                <a:custGeom>
                  <a:avLst/>
                  <a:gdLst/>
                  <a:ahLst/>
                  <a:cxnLst/>
                  <a:rect l="l" t="t" r="r" b="b"/>
                  <a:pathLst>
                    <a:path w="13861" h="15047" extrusionOk="0">
                      <a:moveTo>
                        <a:pt x="13861" y="1"/>
                      </a:moveTo>
                      <a:lnTo>
                        <a:pt x="0" y="15047"/>
                      </a:lnTo>
                      <a:lnTo>
                        <a:pt x="13861" y="15047"/>
                      </a:lnTo>
                      <a:lnTo>
                        <a:pt x="138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7"/>
                <p:cNvSpPr/>
                <p:nvPr/>
              </p:nvSpPr>
              <p:spPr>
                <a:xfrm rot="10800000" flipH="1">
                  <a:off x="6737850" y="272267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7"/>
                <p:cNvSpPr/>
                <p:nvPr/>
              </p:nvSpPr>
              <p:spPr>
                <a:xfrm rot="10800000" flipH="1">
                  <a:off x="6737850" y="2025850"/>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17"/>
              <p:cNvSpPr/>
              <p:nvPr/>
            </p:nvSpPr>
            <p:spPr>
              <a:xfrm>
                <a:off x="6629220" y="5825282"/>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7"/>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7"/>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7"/>
              <p:cNvSpPr/>
              <p:nvPr/>
            </p:nvSpPr>
            <p:spPr>
              <a:xfrm>
                <a:off x="6190020" y="6186232"/>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6" name="Google Shape;276;p17"/>
          <p:cNvSpPr>
            <a:spLocks noGrp="1"/>
          </p:cNvSpPr>
          <p:nvPr>
            <p:ph type="pic" idx="2"/>
          </p:nvPr>
        </p:nvSpPr>
        <p:spPr>
          <a:xfrm>
            <a:off x="720000" y="859050"/>
            <a:ext cx="3381300" cy="3425400"/>
          </a:xfrm>
          <a:prstGeom prst="ellipse">
            <a:avLst/>
          </a:prstGeom>
          <a:noFill/>
          <a:ln>
            <a:noFill/>
          </a:ln>
        </p:spPr>
      </p:sp>
      <p:sp>
        <p:nvSpPr>
          <p:cNvPr id="277" name="Google Shape;277;p17"/>
          <p:cNvSpPr txBox="1">
            <a:spLocks noGrp="1"/>
          </p:cNvSpPr>
          <p:nvPr>
            <p:ph type="title"/>
          </p:nvPr>
        </p:nvSpPr>
        <p:spPr>
          <a:xfrm>
            <a:off x="4572000" y="1243575"/>
            <a:ext cx="3626100" cy="1667100"/>
          </a:xfrm>
          <a:prstGeom prst="rect">
            <a:avLst/>
          </a:prstGeom>
        </p:spPr>
        <p:txBody>
          <a:bodyPr spcFirstLastPara="1" wrap="square" lIns="91425" tIns="91425" rIns="91425" bIns="91425" anchor="t" anchorCtr="0">
            <a:noAutofit/>
          </a:bodyPr>
          <a:lstStyle>
            <a:lvl1pPr lvl="0" algn="l" rtl="0">
              <a:lnSpc>
                <a:spcPct val="115000"/>
              </a:lnSpc>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8" name="Google Shape;278;p17"/>
          <p:cNvSpPr txBox="1">
            <a:spLocks noGrp="1"/>
          </p:cNvSpPr>
          <p:nvPr>
            <p:ph type="subTitle" idx="1"/>
          </p:nvPr>
        </p:nvSpPr>
        <p:spPr>
          <a:xfrm>
            <a:off x="4572000" y="3049125"/>
            <a:ext cx="3626100" cy="850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CUSTOM_10">
    <p:spTree>
      <p:nvGrpSpPr>
        <p:cNvPr id="1" name="Shape 374"/>
        <p:cNvGrpSpPr/>
        <p:nvPr/>
      </p:nvGrpSpPr>
      <p:grpSpPr>
        <a:xfrm>
          <a:off x="0" y="0"/>
          <a:ext cx="0" cy="0"/>
          <a:chOff x="0" y="0"/>
          <a:chExt cx="0" cy="0"/>
        </a:xfrm>
      </p:grpSpPr>
      <p:grpSp>
        <p:nvGrpSpPr>
          <p:cNvPr id="375" name="Google Shape;375;p23"/>
          <p:cNvGrpSpPr/>
          <p:nvPr/>
        </p:nvGrpSpPr>
        <p:grpSpPr>
          <a:xfrm>
            <a:off x="112977" y="-288411"/>
            <a:ext cx="8612916" cy="5232674"/>
            <a:chOff x="112977" y="-288411"/>
            <a:chExt cx="8612916" cy="5232674"/>
          </a:xfrm>
        </p:grpSpPr>
        <p:grpSp>
          <p:nvGrpSpPr>
            <p:cNvPr id="376" name="Google Shape;376;p23"/>
            <p:cNvGrpSpPr/>
            <p:nvPr/>
          </p:nvGrpSpPr>
          <p:grpSpPr>
            <a:xfrm>
              <a:off x="112977" y="4376813"/>
              <a:ext cx="951560" cy="567450"/>
              <a:chOff x="4029409" y="69738"/>
              <a:chExt cx="951560" cy="567450"/>
            </a:xfrm>
          </p:grpSpPr>
          <p:sp>
            <p:nvSpPr>
              <p:cNvPr id="377" name="Google Shape;377;p23"/>
              <p:cNvSpPr/>
              <p:nvPr/>
            </p:nvSpPr>
            <p:spPr>
              <a:xfrm>
                <a:off x="4413493" y="211208"/>
                <a:ext cx="567476" cy="283738"/>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4029409" y="69738"/>
                <a:ext cx="283738" cy="567450"/>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23"/>
            <p:cNvGrpSpPr/>
            <p:nvPr/>
          </p:nvGrpSpPr>
          <p:grpSpPr>
            <a:xfrm flipH="1">
              <a:off x="203446" y="239425"/>
              <a:ext cx="379781" cy="913060"/>
              <a:chOff x="8577425" y="239425"/>
              <a:chExt cx="379781" cy="913060"/>
            </a:xfrm>
          </p:grpSpPr>
          <p:sp>
            <p:nvSpPr>
              <p:cNvPr id="380" name="Google Shape;380;p23"/>
              <p:cNvSpPr/>
              <p:nvPr/>
            </p:nvSpPr>
            <p:spPr>
              <a:xfrm>
                <a:off x="8577425" y="772735"/>
                <a:ext cx="379781" cy="379750"/>
              </a:xfrm>
              <a:custGeom>
                <a:avLst/>
                <a:gdLst/>
                <a:ahLst/>
                <a:cxnLst/>
                <a:rect l="l" t="t" r="r" b="b"/>
                <a:pathLst>
                  <a:path w="12251" h="12250" fill="none" extrusionOk="0">
                    <a:moveTo>
                      <a:pt x="1" y="6140"/>
                    </a:moveTo>
                    <a:lnTo>
                      <a:pt x="6141" y="0"/>
                    </a:lnTo>
                    <a:lnTo>
                      <a:pt x="12250" y="6140"/>
                    </a:lnTo>
                    <a:lnTo>
                      <a:pt x="6141" y="12249"/>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3"/>
              <p:cNvSpPr/>
              <p:nvPr/>
            </p:nvSpPr>
            <p:spPr>
              <a:xfrm>
                <a:off x="8577425" y="239425"/>
                <a:ext cx="379781" cy="379750"/>
              </a:xfrm>
              <a:custGeom>
                <a:avLst/>
                <a:gdLst/>
                <a:ahLst/>
                <a:cxnLst/>
                <a:rect l="l" t="t" r="r" b="b"/>
                <a:pathLst>
                  <a:path w="12251" h="12250" fill="none" extrusionOk="0">
                    <a:moveTo>
                      <a:pt x="1" y="6140"/>
                    </a:moveTo>
                    <a:lnTo>
                      <a:pt x="6110" y="0"/>
                    </a:lnTo>
                    <a:lnTo>
                      <a:pt x="12250" y="6140"/>
                    </a:lnTo>
                    <a:lnTo>
                      <a:pt x="6110" y="12250"/>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3"/>
            <p:cNvGrpSpPr/>
            <p:nvPr/>
          </p:nvGrpSpPr>
          <p:grpSpPr>
            <a:xfrm flipH="1">
              <a:off x="7671492" y="-288411"/>
              <a:ext cx="1050562" cy="700098"/>
              <a:chOff x="6190020" y="5825282"/>
              <a:chExt cx="949875" cy="633000"/>
            </a:xfrm>
          </p:grpSpPr>
          <p:sp>
            <p:nvSpPr>
              <p:cNvPr id="383" name="Google Shape;383;p23"/>
              <p:cNvSpPr/>
              <p:nvPr/>
            </p:nvSpPr>
            <p:spPr>
              <a:xfrm>
                <a:off x="6629220" y="5825282"/>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3"/>
              <p:cNvSpPr/>
              <p:nvPr/>
            </p:nvSpPr>
            <p:spPr>
              <a:xfrm>
                <a:off x="6190020" y="6186232"/>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3"/>
            <p:cNvGrpSpPr/>
            <p:nvPr/>
          </p:nvGrpSpPr>
          <p:grpSpPr>
            <a:xfrm>
              <a:off x="7787418" y="4648375"/>
              <a:ext cx="938475" cy="221925"/>
              <a:chOff x="1502200" y="2534225"/>
              <a:chExt cx="938475" cy="221925"/>
            </a:xfrm>
          </p:grpSpPr>
          <p:sp>
            <p:nvSpPr>
              <p:cNvPr id="386" name="Google Shape;386;p23"/>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3"/>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3"/>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9" name="Google Shape;389;p23"/>
          <p:cNvSpPr txBox="1">
            <a:spLocks noGrp="1"/>
          </p:cNvSpPr>
          <p:nvPr>
            <p:ph type="title"/>
          </p:nvPr>
        </p:nvSpPr>
        <p:spPr>
          <a:xfrm>
            <a:off x="720000" y="496318"/>
            <a:ext cx="7704000" cy="6315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0" name="Google Shape;390;p23"/>
          <p:cNvSpPr txBox="1">
            <a:spLocks noGrp="1"/>
          </p:cNvSpPr>
          <p:nvPr>
            <p:ph type="body" idx="1"/>
          </p:nvPr>
        </p:nvSpPr>
        <p:spPr>
          <a:xfrm>
            <a:off x="720000" y="1637400"/>
            <a:ext cx="3852000" cy="1639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91" name="Google Shape;391;p23"/>
          <p:cNvSpPr txBox="1">
            <a:spLocks noGrp="1"/>
          </p:cNvSpPr>
          <p:nvPr>
            <p:ph type="body" idx="2"/>
          </p:nvPr>
        </p:nvSpPr>
        <p:spPr>
          <a:xfrm>
            <a:off x="4572000" y="1637400"/>
            <a:ext cx="3852000" cy="2608500"/>
          </a:xfrm>
          <a:prstGeom prst="rect">
            <a:avLst/>
          </a:prstGeom>
        </p:spPr>
        <p:txBody>
          <a:bodyPr spcFirstLastPara="1" wrap="square" lIns="91425" tIns="91425" rIns="91425" bIns="91425" anchor="t" anchorCtr="0">
            <a:noAutofit/>
          </a:bodyPr>
          <a:lstStyle>
            <a:lvl1pPr marL="457200" lvl="0" indent="-317500" rtl="0">
              <a:spcBef>
                <a:spcPts val="800"/>
              </a:spcBef>
              <a:spcAft>
                <a:spcPts val="0"/>
              </a:spcAft>
              <a:buSzPts val="1400"/>
              <a:buChar char="●"/>
              <a:defRPr u="sng"/>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3_1">
    <p:spTree>
      <p:nvGrpSpPr>
        <p:cNvPr id="1" name="Shape 418"/>
        <p:cNvGrpSpPr/>
        <p:nvPr/>
      </p:nvGrpSpPr>
      <p:grpSpPr>
        <a:xfrm>
          <a:off x="0" y="0"/>
          <a:ext cx="0" cy="0"/>
          <a:chOff x="0" y="0"/>
          <a:chExt cx="0" cy="0"/>
        </a:xfrm>
      </p:grpSpPr>
      <p:grpSp>
        <p:nvGrpSpPr>
          <p:cNvPr id="419" name="Google Shape;419;p25"/>
          <p:cNvGrpSpPr/>
          <p:nvPr/>
        </p:nvGrpSpPr>
        <p:grpSpPr>
          <a:xfrm flipH="1">
            <a:off x="94942" y="239425"/>
            <a:ext cx="8859552" cy="4704838"/>
            <a:chOff x="112977" y="239425"/>
            <a:chExt cx="8859552" cy="4704838"/>
          </a:xfrm>
        </p:grpSpPr>
        <p:grpSp>
          <p:nvGrpSpPr>
            <p:cNvPr id="420" name="Google Shape;420;p25"/>
            <p:cNvGrpSpPr/>
            <p:nvPr/>
          </p:nvGrpSpPr>
          <p:grpSpPr>
            <a:xfrm>
              <a:off x="112977" y="4376813"/>
              <a:ext cx="951560" cy="567450"/>
              <a:chOff x="4029409" y="69738"/>
              <a:chExt cx="951560" cy="567450"/>
            </a:xfrm>
          </p:grpSpPr>
          <p:sp>
            <p:nvSpPr>
              <p:cNvPr id="421" name="Google Shape;421;p25"/>
              <p:cNvSpPr/>
              <p:nvPr/>
            </p:nvSpPr>
            <p:spPr>
              <a:xfrm>
                <a:off x="4413493" y="211208"/>
                <a:ext cx="567476" cy="283738"/>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5"/>
              <p:cNvSpPr/>
              <p:nvPr/>
            </p:nvSpPr>
            <p:spPr>
              <a:xfrm>
                <a:off x="4029409" y="69738"/>
                <a:ext cx="283738" cy="567450"/>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25"/>
            <p:cNvGrpSpPr/>
            <p:nvPr/>
          </p:nvGrpSpPr>
          <p:grpSpPr>
            <a:xfrm flipH="1">
              <a:off x="203446" y="239425"/>
              <a:ext cx="379781" cy="913060"/>
              <a:chOff x="8577425" y="239425"/>
              <a:chExt cx="379781" cy="913060"/>
            </a:xfrm>
          </p:grpSpPr>
          <p:sp>
            <p:nvSpPr>
              <p:cNvPr id="424" name="Google Shape;424;p25"/>
              <p:cNvSpPr/>
              <p:nvPr/>
            </p:nvSpPr>
            <p:spPr>
              <a:xfrm>
                <a:off x="8577425" y="772735"/>
                <a:ext cx="379781" cy="379750"/>
              </a:xfrm>
              <a:custGeom>
                <a:avLst/>
                <a:gdLst/>
                <a:ahLst/>
                <a:cxnLst/>
                <a:rect l="l" t="t" r="r" b="b"/>
                <a:pathLst>
                  <a:path w="12251" h="12250" fill="none" extrusionOk="0">
                    <a:moveTo>
                      <a:pt x="1" y="6140"/>
                    </a:moveTo>
                    <a:lnTo>
                      <a:pt x="6141" y="0"/>
                    </a:lnTo>
                    <a:lnTo>
                      <a:pt x="12250" y="6140"/>
                    </a:lnTo>
                    <a:lnTo>
                      <a:pt x="6141" y="12249"/>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5"/>
              <p:cNvSpPr/>
              <p:nvPr/>
            </p:nvSpPr>
            <p:spPr>
              <a:xfrm>
                <a:off x="8577425" y="239425"/>
                <a:ext cx="379781" cy="379750"/>
              </a:xfrm>
              <a:custGeom>
                <a:avLst/>
                <a:gdLst/>
                <a:ahLst/>
                <a:cxnLst/>
                <a:rect l="l" t="t" r="r" b="b"/>
                <a:pathLst>
                  <a:path w="12251" h="12250" fill="none" extrusionOk="0">
                    <a:moveTo>
                      <a:pt x="1" y="6140"/>
                    </a:moveTo>
                    <a:lnTo>
                      <a:pt x="6110" y="0"/>
                    </a:lnTo>
                    <a:lnTo>
                      <a:pt x="12250" y="6140"/>
                    </a:lnTo>
                    <a:lnTo>
                      <a:pt x="6110" y="12250"/>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 name="Google Shape;426;p25"/>
            <p:cNvGrpSpPr/>
            <p:nvPr/>
          </p:nvGrpSpPr>
          <p:grpSpPr>
            <a:xfrm flipH="1">
              <a:off x="7992342" y="239425"/>
              <a:ext cx="980187" cy="773525"/>
              <a:chOff x="5963551" y="6302530"/>
              <a:chExt cx="886245" cy="699390"/>
            </a:xfrm>
          </p:grpSpPr>
          <p:sp>
            <p:nvSpPr>
              <p:cNvPr id="427" name="Google Shape;427;p25"/>
              <p:cNvSpPr/>
              <p:nvPr/>
            </p:nvSpPr>
            <p:spPr>
              <a:xfrm flipH="1">
                <a:off x="5963551" y="6490495"/>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5"/>
              <p:cNvSpPr/>
              <p:nvPr/>
            </p:nvSpPr>
            <p:spPr>
              <a:xfrm flipH="1">
                <a:off x="6577746" y="6302530"/>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25"/>
            <p:cNvGrpSpPr/>
            <p:nvPr/>
          </p:nvGrpSpPr>
          <p:grpSpPr>
            <a:xfrm>
              <a:off x="7787418" y="4648375"/>
              <a:ext cx="938475" cy="221925"/>
              <a:chOff x="1502200" y="2534225"/>
              <a:chExt cx="938475" cy="221925"/>
            </a:xfrm>
          </p:grpSpPr>
          <p:sp>
            <p:nvSpPr>
              <p:cNvPr id="430" name="Google Shape;430;p25"/>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5"/>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3" name="Google Shape;433;p25"/>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4" name="Google Shape;434;p25"/>
          <p:cNvSpPr txBox="1">
            <a:spLocks noGrp="1"/>
          </p:cNvSpPr>
          <p:nvPr>
            <p:ph type="title" idx="2"/>
          </p:nvPr>
        </p:nvSpPr>
        <p:spPr>
          <a:xfrm>
            <a:off x="1016303" y="3257675"/>
            <a:ext cx="21669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35" name="Google Shape;435;p25"/>
          <p:cNvSpPr txBox="1">
            <a:spLocks noGrp="1"/>
          </p:cNvSpPr>
          <p:nvPr>
            <p:ph type="subTitle" idx="1"/>
          </p:nvPr>
        </p:nvSpPr>
        <p:spPr>
          <a:xfrm>
            <a:off x="1016303" y="3599230"/>
            <a:ext cx="2166900" cy="62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36" name="Google Shape;436;p25"/>
          <p:cNvSpPr txBox="1">
            <a:spLocks noGrp="1"/>
          </p:cNvSpPr>
          <p:nvPr>
            <p:ph type="title" idx="3"/>
          </p:nvPr>
        </p:nvSpPr>
        <p:spPr>
          <a:xfrm>
            <a:off x="3494594" y="3257675"/>
            <a:ext cx="21669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37" name="Google Shape;437;p25"/>
          <p:cNvSpPr txBox="1">
            <a:spLocks noGrp="1"/>
          </p:cNvSpPr>
          <p:nvPr>
            <p:ph type="subTitle" idx="4"/>
          </p:nvPr>
        </p:nvSpPr>
        <p:spPr>
          <a:xfrm>
            <a:off x="3494594" y="3599230"/>
            <a:ext cx="2166900" cy="62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38" name="Google Shape;438;p25"/>
          <p:cNvSpPr txBox="1">
            <a:spLocks noGrp="1"/>
          </p:cNvSpPr>
          <p:nvPr>
            <p:ph type="title" idx="5"/>
          </p:nvPr>
        </p:nvSpPr>
        <p:spPr>
          <a:xfrm>
            <a:off x="5970053" y="3257675"/>
            <a:ext cx="21669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39" name="Google Shape;439;p25"/>
          <p:cNvSpPr txBox="1">
            <a:spLocks noGrp="1"/>
          </p:cNvSpPr>
          <p:nvPr>
            <p:ph type="subTitle" idx="6"/>
          </p:nvPr>
        </p:nvSpPr>
        <p:spPr>
          <a:xfrm>
            <a:off x="5970053" y="3599231"/>
            <a:ext cx="2166900" cy="62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458"/>
        <p:cNvGrpSpPr/>
        <p:nvPr/>
      </p:nvGrpSpPr>
      <p:grpSpPr>
        <a:xfrm>
          <a:off x="0" y="0"/>
          <a:ext cx="0" cy="0"/>
          <a:chOff x="0" y="0"/>
          <a:chExt cx="0" cy="0"/>
        </a:xfrm>
      </p:grpSpPr>
      <p:grpSp>
        <p:nvGrpSpPr>
          <p:cNvPr id="459" name="Google Shape;459;p27"/>
          <p:cNvGrpSpPr/>
          <p:nvPr/>
        </p:nvGrpSpPr>
        <p:grpSpPr>
          <a:xfrm>
            <a:off x="-268056" y="141991"/>
            <a:ext cx="9418713" cy="5001509"/>
            <a:chOff x="-268056" y="141991"/>
            <a:chExt cx="9418713" cy="5001509"/>
          </a:xfrm>
        </p:grpSpPr>
        <p:sp>
          <p:nvSpPr>
            <p:cNvPr id="460" name="Google Shape;460;p27"/>
            <p:cNvSpPr/>
            <p:nvPr/>
          </p:nvSpPr>
          <p:spPr>
            <a:xfrm rot="-5400000" flipH="1">
              <a:off x="7844756" y="3837600"/>
              <a:ext cx="522075" cy="2089725"/>
            </a:xfrm>
            <a:custGeom>
              <a:avLst/>
              <a:gdLst/>
              <a:ahLst/>
              <a:cxnLst/>
              <a:rect l="l" t="t" r="r" b="b"/>
              <a:pathLst>
                <a:path w="20883" h="83589" extrusionOk="0">
                  <a:moveTo>
                    <a:pt x="20882" y="1"/>
                  </a:moveTo>
                  <a:cubicBezTo>
                    <a:pt x="9332" y="1"/>
                    <a:pt x="0" y="9362"/>
                    <a:pt x="0" y="20913"/>
                  </a:cubicBezTo>
                  <a:lnTo>
                    <a:pt x="0" y="83588"/>
                  </a:lnTo>
                  <a:lnTo>
                    <a:pt x="20882" y="83588"/>
                  </a:lnTo>
                  <a:lnTo>
                    <a:pt x="208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1" name="Google Shape;461;p27"/>
            <p:cNvGrpSpPr/>
            <p:nvPr/>
          </p:nvGrpSpPr>
          <p:grpSpPr>
            <a:xfrm flipH="1">
              <a:off x="8195215" y="4037065"/>
              <a:ext cx="820281" cy="820281"/>
              <a:chOff x="5904250" y="677050"/>
              <a:chExt cx="1208250" cy="1208250"/>
            </a:xfrm>
          </p:grpSpPr>
          <p:sp>
            <p:nvSpPr>
              <p:cNvPr id="462" name="Google Shape;462;p27"/>
              <p:cNvSpPr/>
              <p:nvPr/>
            </p:nvSpPr>
            <p:spPr>
              <a:xfrm>
                <a:off x="5904250" y="677050"/>
                <a:ext cx="1208250" cy="851100"/>
              </a:xfrm>
              <a:custGeom>
                <a:avLst/>
                <a:gdLst/>
                <a:ahLst/>
                <a:cxnLst/>
                <a:rect l="l" t="t" r="r" b="b"/>
                <a:pathLst>
                  <a:path w="48330" h="34044" extrusionOk="0">
                    <a:moveTo>
                      <a:pt x="24165" y="1"/>
                    </a:moveTo>
                    <a:lnTo>
                      <a:pt x="0" y="24165"/>
                    </a:lnTo>
                    <a:lnTo>
                      <a:pt x="9879" y="34044"/>
                    </a:lnTo>
                    <a:lnTo>
                      <a:pt x="38451" y="34044"/>
                    </a:lnTo>
                    <a:lnTo>
                      <a:pt x="48330" y="24165"/>
                    </a:lnTo>
                    <a:lnTo>
                      <a:pt x="241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7"/>
              <p:cNvSpPr/>
              <p:nvPr/>
            </p:nvSpPr>
            <p:spPr>
              <a:xfrm>
                <a:off x="6151200" y="1528125"/>
                <a:ext cx="714325" cy="357175"/>
              </a:xfrm>
              <a:custGeom>
                <a:avLst/>
                <a:gdLst/>
                <a:ahLst/>
                <a:cxnLst/>
                <a:rect l="l" t="t" r="r" b="b"/>
                <a:pathLst>
                  <a:path w="28573" h="14287" extrusionOk="0">
                    <a:moveTo>
                      <a:pt x="1" y="1"/>
                    </a:moveTo>
                    <a:lnTo>
                      <a:pt x="14287" y="14287"/>
                    </a:lnTo>
                    <a:lnTo>
                      <a:pt x="285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27"/>
            <p:cNvGrpSpPr/>
            <p:nvPr/>
          </p:nvGrpSpPr>
          <p:grpSpPr>
            <a:xfrm flipH="1">
              <a:off x="87127" y="141991"/>
              <a:ext cx="893432" cy="527284"/>
              <a:chOff x="4994072" y="4013425"/>
              <a:chExt cx="893432" cy="527284"/>
            </a:xfrm>
          </p:grpSpPr>
          <p:sp>
            <p:nvSpPr>
              <p:cNvPr id="465" name="Google Shape;465;p27"/>
              <p:cNvSpPr/>
              <p:nvPr/>
            </p:nvSpPr>
            <p:spPr>
              <a:xfrm>
                <a:off x="4994072" y="4198065"/>
                <a:ext cx="66654" cy="66633"/>
              </a:xfrm>
              <a:custGeom>
                <a:avLst/>
                <a:gdLst/>
                <a:ahLst/>
                <a:cxnLst/>
                <a:rect l="l" t="t" r="r" b="b"/>
                <a:pathLst>
                  <a:path w="3193" h="3192" extrusionOk="0">
                    <a:moveTo>
                      <a:pt x="1612" y="0"/>
                    </a:moveTo>
                    <a:cubicBezTo>
                      <a:pt x="730" y="0"/>
                      <a:pt x="1" y="730"/>
                      <a:pt x="1" y="1581"/>
                    </a:cubicBezTo>
                    <a:cubicBezTo>
                      <a:pt x="1" y="2462"/>
                      <a:pt x="730" y="3192"/>
                      <a:pt x="1612" y="3192"/>
                    </a:cubicBezTo>
                    <a:cubicBezTo>
                      <a:pt x="2463" y="3192"/>
                      <a:pt x="3193" y="2462"/>
                      <a:pt x="3193" y="158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7"/>
              <p:cNvSpPr/>
              <p:nvPr/>
            </p:nvSpPr>
            <p:spPr>
              <a:xfrm>
                <a:off x="5317678" y="4198065"/>
                <a:ext cx="66654" cy="66633"/>
              </a:xfrm>
              <a:custGeom>
                <a:avLst/>
                <a:gdLst/>
                <a:ahLst/>
                <a:cxnLst/>
                <a:rect l="l" t="t" r="r" b="b"/>
                <a:pathLst>
                  <a:path w="3193" h="3192" extrusionOk="0">
                    <a:moveTo>
                      <a:pt x="1581" y="0"/>
                    </a:moveTo>
                    <a:cubicBezTo>
                      <a:pt x="730" y="0"/>
                      <a:pt x="1" y="730"/>
                      <a:pt x="1" y="1581"/>
                    </a:cubicBezTo>
                    <a:cubicBezTo>
                      <a:pt x="1" y="2462"/>
                      <a:pt x="730" y="3192"/>
                      <a:pt x="1581" y="3192"/>
                    </a:cubicBezTo>
                    <a:cubicBezTo>
                      <a:pt x="2463" y="3192"/>
                      <a:pt x="3192" y="2462"/>
                      <a:pt x="3192" y="158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7"/>
              <p:cNvSpPr/>
              <p:nvPr/>
            </p:nvSpPr>
            <p:spPr>
              <a:xfrm>
                <a:off x="5640658" y="4198065"/>
                <a:ext cx="66633" cy="66633"/>
              </a:xfrm>
              <a:custGeom>
                <a:avLst/>
                <a:gdLst/>
                <a:ahLst/>
                <a:cxnLst/>
                <a:rect l="l" t="t" r="r" b="b"/>
                <a:pathLst>
                  <a:path w="3192" h="3192" extrusionOk="0">
                    <a:moveTo>
                      <a:pt x="1581" y="0"/>
                    </a:moveTo>
                    <a:cubicBezTo>
                      <a:pt x="699" y="0"/>
                      <a:pt x="0" y="730"/>
                      <a:pt x="0" y="1581"/>
                    </a:cubicBezTo>
                    <a:cubicBezTo>
                      <a:pt x="0" y="2462"/>
                      <a:pt x="699" y="3192"/>
                      <a:pt x="1581" y="3192"/>
                    </a:cubicBezTo>
                    <a:cubicBezTo>
                      <a:pt x="2462" y="3192"/>
                      <a:pt x="3192" y="2462"/>
                      <a:pt x="3192" y="158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7"/>
              <p:cNvSpPr/>
              <p:nvPr/>
            </p:nvSpPr>
            <p:spPr>
              <a:xfrm>
                <a:off x="4994072" y="4474076"/>
                <a:ext cx="66654" cy="66633"/>
              </a:xfrm>
              <a:custGeom>
                <a:avLst/>
                <a:gdLst/>
                <a:ahLst/>
                <a:cxnLst/>
                <a:rect l="l" t="t" r="r" b="b"/>
                <a:pathLst>
                  <a:path w="3193" h="3192" extrusionOk="0">
                    <a:moveTo>
                      <a:pt x="1612" y="0"/>
                    </a:moveTo>
                    <a:cubicBezTo>
                      <a:pt x="730" y="0"/>
                      <a:pt x="1" y="730"/>
                      <a:pt x="1" y="1611"/>
                    </a:cubicBezTo>
                    <a:cubicBezTo>
                      <a:pt x="1" y="2462"/>
                      <a:pt x="730" y="3192"/>
                      <a:pt x="1612" y="3192"/>
                    </a:cubicBezTo>
                    <a:cubicBezTo>
                      <a:pt x="2463" y="3192"/>
                      <a:pt x="3193" y="2462"/>
                      <a:pt x="3193" y="161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7"/>
              <p:cNvSpPr/>
              <p:nvPr/>
            </p:nvSpPr>
            <p:spPr>
              <a:xfrm>
                <a:off x="5317678" y="4474076"/>
                <a:ext cx="66654" cy="66633"/>
              </a:xfrm>
              <a:custGeom>
                <a:avLst/>
                <a:gdLst/>
                <a:ahLst/>
                <a:cxnLst/>
                <a:rect l="l" t="t" r="r" b="b"/>
                <a:pathLst>
                  <a:path w="3193" h="3192" extrusionOk="0">
                    <a:moveTo>
                      <a:pt x="1581" y="0"/>
                    </a:moveTo>
                    <a:cubicBezTo>
                      <a:pt x="730" y="0"/>
                      <a:pt x="1" y="730"/>
                      <a:pt x="1" y="1611"/>
                    </a:cubicBezTo>
                    <a:cubicBezTo>
                      <a:pt x="1" y="2462"/>
                      <a:pt x="730" y="3192"/>
                      <a:pt x="1581" y="3192"/>
                    </a:cubicBezTo>
                    <a:cubicBezTo>
                      <a:pt x="2463" y="3192"/>
                      <a:pt x="3192" y="2462"/>
                      <a:pt x="3192" y="161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p:nvPr/>
            </p:nvSpPr>
            <p:spPr>
              <a:xfrm>
                <a:off x="5640658" y="4474076"/>
                <a:ext cx="66633" cy="66633"/>
              </a:xfrm>
              <a:custGeom>
                <a:avLst/>
                <a:gdLst/>
                <a:ahLst/>
                <a:cxnLst/>
                <a:rect l="l" t="t" r="r" b="b"/>
                <a:pathLst>
                  <a:path w="3192" h="3192" extrusionOk="0">
                    <a:moveTo>
                      <a:pt x="1581" y="0"/>
                    </a:moveTo>
                    <a:cubicBezTo>
                      <a:pt x="699" y="0"/>
                      <a:pt x="0" y="730"/>
                      <a:pt x="0" y="1611"/>
                    </a:cubicBezTo>
                    <a:cubicBezTo>
                      <a:pt x="0" y="2462"/>
                      <a:pt x="699" y="3192"/>
                      <a:pt x="1581" y="3192"/>
                    </a:cubicBezTo>
                    <a:cubicBezTo>
                      <a:pt x="2462" y="3192"/>
                      <a:pt x="3192" y="2462"/>
                      <a:pt x="3192" y="161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7"/>
              <p:cNvSpPr/>
              <p:nvPr/>
            </p:nvSpPr>
            <p:spPr>
              <a:xfrm>
                <a:off x="5460443" y="4013425"/>
                <a:ext cx="427061" cy="426414"/>
              </a:xfrm>
              <a:custGeom>
                <a:avLst/>
                <a:gdLst/>
                <a:ahLst/>
                <a:cxnLst/>
                <a:rect l="l" t="t" r="r" b="b"/>
                <a:pathLst>
                  <a:path w="20458" h="20427" extrusionOk="0">
                    <a:moveTo>
                      <a:pt x="10214" y="5563"/>
                    </a:moveTo>
                    <a:cubicBezTo>
                      <a:pt x="12767" y="5563"/>
                      <a:pt x="14864" y="7660"/>
                      <a:pt x="14864" y="10213"/>
                    </a:cubicBezTo>
                    <a:cubicBezTo>
                      <a:pt x="14864" y="12766"/>
                      <a:pt x="12767" y="14864"/>
                      <a:pt x="10214" y="14864"/>
                    </a:cubicBezTo>
                    <a:cubicBezTo>
                      <a:pt x="7691" y="14864"/>
                      <a:pt x="5594" y="12766"/>
                      <a:pt x="5594" y="10213"/>
                    </a:cubicBezTo>
                    <a:cubicBezTo>
                      <a:pt x="5594" y="7660"/>
                      <a:pt x="7691" y="5563"/>
                      <a:pt x="10214" y="5563"/>
                    </a:cubicBezTo>
                    <a:close/>
                    <a:moveTo>
                      <a:pt x="10214" y="0"/>
                    </a:moveTo>
                    <a:cubicBezTo>
                      <a:pt x="4591" y="0"/>
                      <a:pt x="1" y="4560"/>
                      <a:pt x="1" y="10213"/>
                    </a:cubicBezTo>
                    <a:cubicBezTo>
                      <a:pt x="1" y="15867"/>
                      <a:pt x="4560" y="20426"/>
                      <a:pt x="10214" y="20426"/>
                    </a:cubicBezTo>
                    <a:cubicBezTo>
                      <a:pt x="15837" y="20426"/>
                      <a:pt x="20457" y="15867"/>
                      <a:pt x="20457" y="10213"/>
                    </a:cubicBezTo>
                    <a:cubicBezTo>
                      <a:pt x="20457" y="4560"/>
                      <a:pt x="15837" y="0"/>
                      <a:pt x="10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27"/>
            <p:cNvGrpSpPr/>
            <p:nvPr/>
          </p:nvGrpSpPr>
          <p:grpSpPr>
            <a:xfrm rot="10800000">
              <a:off x="-268056" y="3274334"/>
              <a:ext cx="994725" cy="1738650"/>
              <a:chOff x="2756000" y="88900"/>
              <a:chExt cx="994725" cy="1738650"/>
            </a:xfrm>
          </p:grpSpPr>
          <p:sp>
            <p:nvSpPr>
              <p:cNvPr id="473" name="Google Shape;473;p27"/>
              <p:cNvSpPr/>
              <p:nvPr/>
            </p:nvSpPr>
            <p:spPr>
              <a:xfrm>
                <a:off x="2756000" y="88900"/>
                <a:ext cx="869350" cy="1738650"/>
              </a:xfrm>
              <a:custGeom>
                <a:avLst/>
                <a:gdLst/>
                <a:ahLst/>
                <a:cxnLst/>
                <a:rect l="l" t="t" r="r" b="b"/>
                <a:pathLst>
                  <a:path w="34774" h="69546" extrusionOk="0">
                    <a:moveTo>
                      <a:pt x="34774" y="1"/>
                    </a:moveTo>
                    <a:cubicBezTo>
                      <a:pt x="15594" y="1"/>
                      <a:pt x="1" y="15594"/>
                      <a:pt x="1" y="34773"/>
                    </a:cubicBezTo>
                    <a:cubicBezTo>
                      <a:pt x="1" y="53953"/>
                      <a:pt x="15624" y="69546"/>
                      <a:pt x="34774" y="69546"/>
                    </a:cubicBezTo>
                    <a:lnTo>
                      <a:pt x="34774" y="57752"/>
                    </a:lnTo>
                    <a:cubicBezTo>
                      <a:pt x="22068" y="57752"/>
                      <a:pt x="11795" y="47418"/>
                      <a:pt x="11795" y="34773"/>
                    </a:cubicBezTo>
                    <a:cubicBezTo>
                      <a:pt x="11795" y="22129"/>
                      <a:pt x="22068" y="11794"/>
                      <a:pt x="34774" y="11794"/>
                    </a:cubicBezTo>
                    <a:lnTo>
                      <a:pt x="347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p:nvPr/>
            </p:nvSpPr>
            <p:spPr>
              <a:xfrm>
                <a:off x="2881400" y="88900"/>
                <a:ext cx="869325" cy="1738650"/>
              </a:xfrm>
              <a:custGeom>
                <a:avLst/>
                <a:gdLst/>
                <a:ahLst/>
                <a:cxnLst/>
                <a:rect l="l" t="t" r="r" b="b"/>
                <a:pathLst>
                  <a:path w="34773" h="69546" fill="none" extrusionOk="0">
                    <a:moveTo>
                      <a:pt x="34773" y="1"/>
                    </a:moveTo>
                    <a:lnTo>
                      <a:pt x="34773" y="11794"/>
                    </a:lnTo>
                    <a:cubicBezTo>
                      <a:pt x="22098" y="11794"/>
                      <a:pt x="11794" y="22098"/>
                      <a:pt x="11794" y="34773"/>
                    </a:cubicBezTo>
                    <a:cubicBezTo>
                      <a:pt x="11794" y="47478"/>
                      <a:pt x="22068" y="57752"/>
                      <a:pt x="34773" y="57752"/>
                    </a:cubicBezTo>
                    <a:lnTo>
                      <a:pt x="34773" y="69546"/>
                    </a:lnTo>
                    <a:cubicBezTo>
                      <a:pt x="15624" y="69546"/>
                      <a:pt x="0" y="53953"/>
                      <a:pt x="0" y="34773"/>
                    </a:cubicBezTo>
                    <a:cubicBezTo>
                      <a:pt x="0" y="15594"/>
                      <a:pt x="15624" y="1"/>
                      <a:pt x="34773" y="1"/>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27"/>
            <p:cNvGrpSpPr/>
            <p:nvPr/>
          </p:nvGrpSpPr>
          <p:grpSpPr>
            <a:xfrm rot="-5400000" flipH="1">
              <a:off x="8303610" y="515834"/>
              <a:ext cx="1010248" cy="413533"/>
              <a:chOff x="5337014" y="2230182"/>
              <a:chExt cx="913425" cy="373900"/>
            </a:xfrm>
          </p:grpSpPr>
          <p:sp>
            <p:nvSpPr>
              <p:cNvPr id="476" name="Google Shape;476;p27"/>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7"/>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78" name="Google Shape;478;p27"/>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79" name="Google Shape;479;p27"/>
          <p:cNvSpPr txBox="1">
            <a:spLocks noGrp="1"/>
          </p:cNvSpPr>
          <p:nvPr>
            <p:ph type="title" idx="2"/>
          </p:nvPr>
        </p:nvSpPr>
        <p:spPr>
          <a:xfrm>
            <a:off x="1303839" y="3057859"/>
            <a:ext cx="20706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80" name="Google Shape;480;p27"/>
          <p:cNvSpPr txBox="1">
            <a:spLocks noGrp="1"/>
          </p:cNvSpPr>
          <p:nvPr>
            <p:ph type="subTitle" idx="1"/>
          </p:nvPr>
        </p:nvSpPr>
        <p:spPr>
          <a:xfrm>
            <a:off x="1303839" y="3389274"/>
            <a:ext cx="20706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1" name="Google Shape;481;p27"/>
          <p:cNvSpPr txBox="1">
            <a:spLocks noGrp="1"/>
          </p:cNvSpPr>
          <p:nvPr>
            <p:ph type="title" idx="3"/>
          </p:nvPr>
        </p:nvSpPr>
        <p:spPr>
          <a:xfrm>
            <a:off x="3520838" y="1628750"/>
            <a:ext cx="20895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82" name="Google Shape;482;p27"/>
          <p:cNvSpPr txBox="1">
            <a:spLocks noGrp="1"/>
          </p:cNvSpPr>
          <p:nvPr>
            <p:ph type="subTitle" idx="4"/>
          </p:nvPr>
        </p:nvSpPr>
        <p:spPr>
          <a:xfrm>
            <a:off x="3520838" y="1960164"/>
            <a:ext cx="20895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3" name="Google Shape;483;p27"/>
          <p:cNvSpPr txBox="1">
            <a:spLocks noGrp="1"/>
          </p:cNvSpPr>
          <p:nvPr>
            <p:ph type="title" idx="5"/>
          </p:nvPr>
        </p:nvSpPr>
        <p:spPr>
          <a:xfrm>
            <a:off x="1303839" y="1628725"/>
            <a:ext cx="20706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84" name="Google Shape;484;p27"/>
          <p:cNvSpPr txBox="1">
            <a:spLocks noGrp="1"/>
          </p:cNvSpPr>
          <p:nvPr>
            <p:ph type="subTitle" idx="6"/>
          </p:nvPr>
        </p:nvSpPr>
        <p:spPr>
          <a:xfrm>
            <a:off x="1303839" y="1954855"/>
            <a:ext cx="20706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5" name="Google Shape;485;p27"/>
          <p:cNvSpPr txBox="1">
            <a:spLocks noGrp="1"/>
          </p:cNvSpPr>
          <p:nvPr>
            <p:ph type="title" idx="7"/>
          </p:nvPr>
        </p:nvSpPr>
        <p:spPr>
          <a:xfrm>
            <a:off x="3520838" y="3057864"/>
            <a:ext cx="20895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86" name="Google Shape;486;p27"/>
          <p:cNvSpPr txBox="1">
            <a:spLocks noGrp="1"/>
          </p:cNvSpPr>
          <p:nvPr>
            <p:ph type="subTitle" idx="8"/>
          </p:nvPr>
        </p:nvSpPr>
        <p:spPr>
          <a:xfrm>
            <a:off x="3520838" y="3389275"/>
            <a:ext cx="20895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7" name="Google Shape;487;p27"/>
          <p:cNvSpPr txBox="1">
            <a:spLocks noGrp="1"/>
          </p:cNvSpPr>
          <p:nvPr>
            <p:ph type="title" idx="9"/>
          </p:nvPr>
        </p:nvSpPr>
        <p:spPr>
          <a:xfrm>
            <a:off x="5756738" y="1628750"/>
            <a:ext cx="20895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88" name="Google Shape;488;p27"/>
          <p:cNvSpPr txBox="1">
            <a:spLocks noGrp="1"/>
          </p:cNvSpPr>
          <p:nvPr>
            <p:ph type="subTitle" idx="13"/>
          </p:nvPr>
        </p:nvSpPr>
        <p:spPr>
          <a:xfrm>
            <a:off x="5756738" y="1960161"/>
            <a:ext cx="20895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9" name="Google Shape;489;p27"/>
          <p:cNvSpPr txBox="1">
            <a:spLocks noGrp="1"/>
          </p:cNvSpPr>
          <p:nvPr>
            <p:ph type="title" idx="14"/>
          </p:nvPr>
        </p:nvSpPr>
        <p:spPr>
          <a:xfrm>
            <a:off x="5756738" y="3057864"/>
            <a:ext cx="2089500" cy="438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90" name="Google Shape;490;p27"/>
          <p:cNvSpPr txBox="1">
            <a:spLocks noGrp="1"/>
          </p:cNvSpPr>
          <p:nvPr>
            <p:ph type="subTitle" idx="15"/>
          </p:nvPr>
        </p:nvSpPr>
        <p:spPr>
          <a:xfrm>
            <a:off x="5756738" y="3389275"/>
            <a:ext cx="2089500" cy="6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528"/>
        <p:cNvGrpSpPr/>
        <p:nvPr/>
      </p:nvGrpSpPr>
      <p:grpSpPr>
        <a:xfrm>
          <a:off x="0" y="0"/>
          <a:ext cx="0" cy="0"/>
          <a:chOff x="0" y="0"/>
          <a:chExt cx="0" cy="0"/>
        </a:xfrm>
      </p:grpSpPr>
      <p:grpSp>
        <p:nvGrpSpPr>
          <p:cNvPr id="529" name="Google Shape;529;p29"/>
          <p:cNvGrpSpPr/>
          <p:nvPr/>
        </p:nvGrpSpPr>
        <p:grpSpPr>
          <a:xfrm>
            <a:off x="73570" y="7"/>
            <a:ext cx="9070653" cy="4960003"/>
            <a:chOff x="73570" y="7"/>
            <a:chExt cx="9070653" cy="4960003"/>
          </a:xfrm>
        </p:grpSpPr>
        <p:sp>
          <p:nvSpPr>
            <p:cNvPr id="530" name="Google Shape;530;p29"/>
            <p:cNvSpPr/>
            <p:nvPr/>
          </p:nvSpPr>
          <p:spPr>
            <a:xfrm rot="10800000">
              <a:off x="8701285" y="267937"/>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9"/>
            <p:cNvSpPr/>
            <p:nvPr/>
          </p:nvSpPr>
          <p:spPr>
            <a:xfrm rot="10800000">
              <a:off x="8544065" y="1589947"/>
              <a:ext cx="283726" cy="283752"/>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2" name="Google Shape;532;p29"/>
            <p:cNvGrpSpPr/>
            <p:nvPr/>
          </p:nvGrpSpPr>
          <p:grpSpPr>
            <a:xfrm flipH="1">
              <a:off x="205078" y="4516625"/>
              <a:ext cx="420225" cy="409303"/>
              <a:chOff x="6593988" y="3599094"/>
              <a:chExt cx="379950" cy="370075"/>
            </a:xfrm>
          </p:grpSpPr>
          <p:sp>
            <p:nvSpPr>
              <p:cNvPr id="533" name="Google Shape;533;p29"/>
              <p:cNvSpPr/>
              <p:nvPr/>
            </p:nvSpPr>
            <p:spPr>
              <a:xfrm>
                <a:off x="6593988" y="3599094"/>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9"/>
              <p:cNvSpPr/>
              <p:nvPr/>
            </p:nvSpPr>
            <p:spPr>
              <a:xfrm>
                <a:off x="6759638" y="3599094"/>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9"/>
              <p:cNvSpPr/>
              <p:nvPr/>
            </p:nvSpPr>
            <p:spPr>
              <a:xfrm>
                <a:off x="6926038" y="3599094"/>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9"/>
              <p:cNvSpPr/>
              <p:nvPr/>
            </p:nvSpPr>
            <p:spPr>
              <a:xfrm>
                <a:off x="6593988" y="3760194"/>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9"/>
              <p:cNvSpPr/>
              <p:nvPr/>
            </p:nvSpPr>
            <p:spPr>
              <a:xfrm>
                <a:off x="6759638" y="3760194"/>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9"/>
              <p:cNvSpPr/>
              <p:nvPr/>
            </p:nvSpPr>
            <p:spPr>
              <a:xfrm>
                <a:off x="6926038" y="3760194"/>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9"/>
              <p:cNvSpPr/>
              <p:nvPr/>
            </p:nvSpPr>
            <p:spPr>
              <a:xfrm>
                <a:off x="6593988" y="3922044"/>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9"/>
              <p:cNvSpPr/>
              <p:nvPr/>
            </p:nvSpPr>
            <p:spPr>
              <a:xfrm>
                <a:off x="6759638" y="3922044"/>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9"/>
              <p:cNvSpPr/>
              <p:nvPr/>
            </p:nvSpPr>
            <p:spPr>
              <a:xfrm>
                <a:off x="6926038" y="3922044"/>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29"/>
            <p:cNvGrpSpPr/>
            <p:nvPr/>
          </p:nvGrpSpPr>
          <p:grpSpPr>
            <a:xfrm>
              <a:off x="8544075" y="4046950"/>
              <a:ext cx="379781" cy="913060"/>
              <a:chOff x="8577425" y="239425"/>
              <a:chExt cx="379781" cy="913060"/>
            </a:xfrm>
          </p:grpSpPr>
          <p:sp>
            <p:nvSpPr>
              <p:cNvPr id="543" name="Google Shape;543;p29"/>
              <p:cNvSpPr/>
              <p:nvPr/>
            </p:nvSpPr>
            <p:spPr>
              <a:xfrm>
                <a:off x="8577425" y="772735"/>
                <a:ext cx="379781" cy="379750"/>
              </a:xfrm>
              <a:custGeom>
                <a:avLst/>
                <a:gdLst/>
                <a:ahLst/>
                <a:cxnLst/>
                <a:rect l="l" t="t" r="r" b="b"/>
                <a:pathLst>
                  <a:path w="12251" h="12250" fill="none" extrusionOk="0">
                    <a:moveTo>
                      <a:pt x="1" y="6140"/>
                    </a:moveTo>
                    <a:lnTo>
                      <a:pt x="6141" y="0"/>
                    </a:lnTo>
                    <a:lnTo>
                      <a:pt x="12250" y="6140"/>
                    </a:lnTo>
                    <a:lnTo>
                      <a:pt x="6141" y="12249"/>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9"/>
              <p:cNvSpPr/>
              <p:nvPr/>
            </p:nvSpPr>
            <p:spPr>
              <a:xfrm>
                <a:off x="8577425" y="239425"/>
                <a:ext cx="379781" cy="379750"/>
              </a:xfrm>
              <a:custGeom>
                <a:avLst/>
                <a:gdLst/>
                <a:ahLst/>
                <a:cxnLst/>
                <a:rect l="l" t="t" r="r" b="b"/>
                <a:pathLst>
                  <a:path w="12251" h="12250" fill="none" extrusionOk="0">
                    <a:moveTo>
                      <a:pt x="1" y="6140"/>
                    </a:moveTo>
                    <a:lnTo>
                      <a:pt x="6110" y="0"/>
                    </a:lnTo>
                    <a:lnTo>
                      <a:pt x="12250" y="6140"/>
                    </a:lnTo>
                    <a:lnTo>
                      <a:pt x="6110" y="12250"/>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5" name="Google Shape;545;p29"/>
            <p:cNvSpPr/>
            <p:nvPr/>
          </p:nvSpPr>
          <p:spPr>
            <a:xfrm>
              <a:off x="73570" y="1080125"/>
              <a:ext cx="271300" cy="271325"/>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9"/>
            <p:cNvSpPr/>
            <p:nvPr/>
          </p:nvSpPr>
          <p:spPr>
            <a:xfrm rot="-5400000" flipH="1">
              <a:off x="566303" y="-221421"/>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7" name="Google Shape;547;p29"/>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CUSTOM_7_2">
    <p:spTree>
      <p:nvGrpSpPr>
        <p:cNvPr id="1" name="Shape 548"/>
        <p:cNvGrpSpPr/>
        <p:nvPr/>
      </p:nvGrpSpPr>
      <p:grpSpPr>
        <a:xfrm>
          <a:off x="0" y="0"/>
          <a:ext cx="0" cy="0"/>
          <a:chOff x="0" y="0"/>
          <a:chExt cx="0" cy="0"/>
        </a:xfrm>
      </p:grpSpPr>
      <p:grpSp>
        <p:nvGrpSpPr>
          <p:cNvPr id="549" name="Google Shape;549;p30"/>
          <p:cNvGrpSpPr/>
          <p:nvPr/>
        </p:nvGrpSpPr>
        <p:grpSpPr>
          <a:xfrm>
            <a:off x="112977" y="-288411"/>
            <a:ext cx="8612916" cy="5235681"/>
            <a:chOff x="112977" y="-288411"/>
            <a:chExt cx="8612916" cy="5235681"/>
          </a:xfrm>
        </p:grpSpPr>
        <p:grpSp>
          <p:nvGrpSpPr>
            <p:cNvPr id="550" name="Google Shape;550;p30"/>
            <p:cNvGrpSpPr/>
            <p:nvPr/>
          </p:nvGrpSpPr>
          <p:grpSpPr>
            <a:xfrm>
              <a:off x="112977" y="4376813"/>
              <a:ext cx="951560" cy="570457"/>
              <a:chOff x="4029409" y="69738"/>
              <a:chExt cx="951560" cy="570457"/>
            </a:xfrm>
          </p:grpSpPr>
          <p:sp>
            <p:nvSpPr>
              <p:cNvPr id="551" name="Google Shape;551;p30"/>
              <p:cNvSpPr/>
              <p:nvPr/>
            </p:nvSpPr>
            <p:spPr>
              <a:xfrm>
                <a:off x="4413493" y="356457"/>
                <a:ext cx="567476" cy="283738"/>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0"/>
              <p:cNvSpPr/>
              <p:nvPr/>
            </p:nvSpPr>
            <p:spPr>
              <a:xfrm>
                <a:off x="4029409" y="69738"/>
                <a:ext cx="283738" cy="567450"/>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30"/>
            <p:cNvGrpSpPr/>
            <p:nvPr/>
          </p:nvGrpSpPr>
          <p:grpSpPr>
            <a:xfrm flipH="1">
              <a:off x="203446" y="239425"/>
              <a:ext cx="379781" cy="913060"/>
              <a:chOff x="8577425" y="239425"/>
              <a:chExt cx="379781" cy="913060"/>
            </a:xfrm>
          </p:grpSpPr>
          <p:sp>
            <p:nvSpPr>
              <p:cNvPr id="554" name="Google Shape;554;p30"/>
              <p:cNvSpPr/>
              <p:nvPr/>
            </p:nvSpPr>
            <p:spPr>
              <a:xfrm>
                <a:off x="8577425" y="772735"/>
                <a:ext cx="379781" cy="379750"/>
              </a:xfrm>
              <a:custGeom>
                <a:avLst/>
                <a:gdLst/>
                <a:ahLst/>
                <a:cxnLst/>
                <a:rect l="l" t="t" r="r" b="b"/>
                <a:pathLst>
                  <a:path w="12251" h="12250" fill="none" extrusionOk="0">
                    <a:moveTo>
                      <a:pt x="1" y="6140"/>
                    </a:moveTo>
                    <a:lnTo>
                      <a:pt x="6141" y="0"/>
                    </a:lnTo>
                    <a:lnTo>
                      <a:pt x="12250" y="6140"/>
                    </a:lnTo>
                    <a:lnTo>
                      <a:pt x="6141" y="12249"/>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0"/>
              <p:cNvSpPr/>
              <p:nvPr/>
            </p:nvSpPr>
            <p:spPr>
              <a:xfrm>
                <a:off x="8577425" y="239425"/>
                <a:ext cx="379781" cy="379750"/>
              </a:xfrm>
              <a:custGeom>
                <a:avLst/>
                <a:gdLst/>
                <a:ahLst/>
                <a:cxnLst/>
                <a:rect l="l" t="t" r="r" b="b"/>
                <a:pathLst>
                  <a:path w="12251" h="12250" fill="none" extrusionOk="0">
                    <a:moveTo>
                      <a:pt x="1" y="6140"/>
                    </a:moveTo>
                    <a:lnTo>
                      <a:pt x="6110" y="0"/>
                    </a:lnTo>
                    <a:lnTo>
                      <a:pt x="12250" y="6140"/>
                    </a:lnTo>
                    <a:lnTo>
                      <a:pt x="6110" y="12250"/>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0"/>
            <p:cNvGrpSpPr/>
            <p:nvPr/>
          </p:nvGrpSpPr>
          <p:grpSpPr>
            <a:xfrm flipH="1">
              <a:off x="7671492" y="-288411"/>
              <a:ext cx="1050562" cy="700098"/>
              <a:chOff x="6190020" y="5825282"/>
              <a:chExt cx="949875" cy="633000"/>
            </a:xfrm>
          </p:grpSpPr>
          <p:sp>
            <p:nvSpPr>
              <p:cNvPr id="557" name="Google Shape;557;p30"/>
              <p:cNvSpPr/>
              <p:nvPr/>
            </p:nvSpPr>
            <p:spPr>
              <a:xfrm>
                <a:off x="6629220" y="5825282"/>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0"/>
              <p:cNvSpPr/>
              <p:nvPr/>
            </p:nvSpPr>
            <p:spPr>
              <a:xfrm>
                <a:off x="6190020" y="6186232"/>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30"/>
            <p:cNvGrpSpPr/>
            <p:nvPr/>
          </p:nvGrpSpPr>
          <p:grpSpPr>
            <a:xfrm>
              <a:off x="7787418" y="4648375"/>
              <a:ext cx="938475" cy="221925"/>
              <a:chOff x="1502200" y="2534225"/>
              <a:chExt cx="938475" cy="221925"/>
            </a:xfrm>
          </p:grpSpPr>
          <p:sp>
            <p:nvSpPr>
              <p:cNvPr id="560" name="Google Shape;560;p30"/>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0"/>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0"/>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3" name="Google Shape;563;p30"/>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CUSTOM_7_1">
    <p:spTree>
      <p:nvGrpSpPr>
        <p:cNvPr id="1" name="Shape 564"/>
        <p:cNvGrpSpPr/>
        <p:nvPr/>
      </p:nvGrpSpPr>
      <p:grpSpPr>
        <a:xfrm>
          <a:off x="0" y="0"/>
          <a:ext cx="0" cy="0"/>
          <a:chOff x="0" y="0"/>
          <a:chExt cx="0" cy="0"/>
        </a:xfrm>
      </p:grpSpPr>
      <p:grpSp>
        <p:nvGrpSpPr>
          <p:cNvPr id="565" name="Google Shape;565;p31"/>
          <p:cNvGrpSpPr/>
          <p:nvPr/>
        </p:nvGrpSpPr>
        <p:grpSpPr>
          <a:xfrm>
            <a:off x="125292" y="141991"/>
            <a:ext cx="8928373" cy="5422256"/>
            <a:chOff x="125292" y="141991"/>
            <a:chExt cx="8928373" cy="5422256"/>
          </a:xfrm>
        </p:grpSpPr>
        <p:grpSp>
          <p:nvGrpSpPr>
            <p:cNvPr id="566" name="Google Shape;566;p31"/>
            <p:cNvGrpSpPr/>
            <p:nvPr/>
          </p:nvGrpSpPr>
          <p:grpSpPr>
            <a:xfrm>
              <a:off x="8160233" y="141991"/>
              <a:ext cx="893432" cy="527284"/>
              <a:chOff x="4994072" y="4013425"/>
              <a:chExt cx="893432" cy="527284"/>
            </a:xfrm>
          </p:grpSpPr>
          <p:sp>
            <p:nvSpPr>
              <p:cNvPr id="567" name="Google Shape;567;p31"/>
              <p:cNvSpPr/>
              <p:nvPr/>
            </p:nvSpPr>
            <p:spPr>
              <a:xfrm>
                <a:off x="4994072" y="4198065"/>
                <a:ext cx="66654" cy="66633"/>
              </a:xfrm>
              <a:custGeom>
                <a:avLst/>
                <a:gdLst/>
                <a:ahLst/>
                <a:cxnLst/>
                <a:rect l="l" t="t" r="r" b="b"/>
                <a:pathLst>
                  <a:path w="3193" h="3192" extrusionOk="0">
                    <a:moveTo>
                      <a:pt x="1612" y="0"/>
                    </a:moveTo>
                    <a:cubicBezTo>
                      <a:pt x="730" y="0"/>
                      <a:pt x="1" y="730"/>
                      <a:pt x="1" y="1581"/>
                    </a:cubicBezTo>
                    <a:cubicBezTo>
                      <a:pt x="1" y="2462"/>
                      <a:pt x="730" y="3192"/>
                      <a:pt x="1612" y="3192"/>
                    </a:cubicBezTo>
                    <a:cubicBezTo>
                      <a:pt x="2463" y="3192"/>
                      <a:pt x="3193" y="2462"/>
                      <a:pt x="3193" y="158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a:off x="5317678" y="4198065"/>
                <a:ext cx="66654" cy="66633"/>
              </a:xfrm>
              <a:custGeom>
                <a:avLst/>
                <a:gdLst/>
                <a:ahLst/>
                <a:cxnLst/>
                <a:rect l="l" t="t" r="r" b="b"/>
                <a:pathLst>
                  <a:path w="3193" h="3192" extrusionOk="0">
                    <a:moveTo>
                      <a:pt x="1581" y="0"/>
                    </a:moveTo>
                    <a:cubicBezTo>
                      <a:pt x="730" y="0"/>
                      <a:pt x="1" y="730"/>
                      <a:pt x="1" y="1581"/>
                    </a:cubicBezTo>
                    <a:cubicBezTo>
                      <a:pt x="1" y="2462"/>
                      <a:pt x="730" y="3192"/>
                      <a:pt x="1581" y="3192"/>
                    </a:cubicBezTo>
                    <a:cubicBezTo>
                      <a:pt x="2463" y="3192"/>
                      <a:pt x="3192" y="2462"/>
                      <a:pt x="3192" y="158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a:off x="5640658" y="4198065"/>
                <a:ext cx="66633" cy="66633"/>
              </a:xfrm>
              <a:custGeom>
                <a:avLst/>
                <a:gdLst/>
                <a:ahLst/>
                <a:cxnLst/>
                <a:rect l="l" t="t" r="r" b="b"/>
                <a:pathLst>
                  <a:path w="3192" h="3192" extrusionOk="0">
                    <a:moveTo>
                      <a:pt x="1581" y="0"/>
                    </a:moveTo>
                    <a:cubicBezTo>
                      <a:pt x="699" y="0"/>
                      <a:pt x="0" y="730"/>
                      <a:pt x="0" y="1581"/>
                    </a:cubicBezTo>
                    <a:cubicBezTo>
                      <a:pt x="0" y="2462"/>
                      <a:pt x="699" y="3192"/>
                      <a:pt x="1581" y="3192"/>
                    </a:cubicBezTo>
                    <a:cubicBezTo>
                      <a:pt x="2462" y="3192"/>
                      <a:pt x="3192" y="2462"/>
                      <a:pt x="3192" y="158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p:cNvSpPr/>
              <p:nvPr/>
            </p:nvSpPr>
            <p:spPr>
              <a:xfrm>
                <a:off x="4994072" y="4474076"/>
                <a:ext cx="66654" cy="66633"/>
              </a:xfrm>
              <a:custGeom>
                <a:avLst/>
                <a:gdLst/>
                <a:ahLst/>
                <a:cxnLst/>
                <a:rect l="l" t="t" r="r" b="b"/>
                <a:pathLst>
                  <a:path w="3193" h="3192" extrusionOk="0">
                    <a:moveTo>
                      <a:pt x="1612" y="0"/>
                    </a:moveTo>
                    <a:cubicBezTo>
                      <a:pt x="730" y="0"/>
                      <a:pt x="1" y="730"/>
                      <a:pt x="1" y="1611"/>
                    </a:cubicBezTo>
                    <a:cubicBezTo>
                      <a:pt x="1" y="2462"/>
                      <a:pt x="730" y="3192"/>
                      <a:pt x="1612" y="3192"/>
                    </a:cubicBezTo>
                    <a:cubicBezTo>
                      <a:pt x="2463" y="3192"/>
                      <a:pt x="3193" y="2462"/>
                      <a:pt x="3193" y="1611"/>
                    </a:cubicBezTo>
                    <a:cubicBezTo>
                      <a:pt x="3193" y="730"/>
                      <a:pt x="2463" y="0"/>
                      <a:pt x="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p:cNvSpPr/>
              <p:nvPr/>
            </p:nvSpPr>
            <p:spPr>
              <a:xfrm>
                <a:off x="5317678" y="4474076"/>
                <a:ext cx="66654" cy="66633"/>
              </a:xfrm>
              <a:custGeom>
                <a:avLst/>
                <a:gdLst/>
                <a:ahLst/>
                <a:cxnLst/>
                <a:rect l="l" t="t" r="r" b="b"/>
                <a:pathLst>
                  <a:path w="3193" h="3192" extrusionOk="0">
                    <a:moveTo>
                      <a:pt x="1581" y="0"/>
                    </a:moveTo>
                    <a:cubicBezTo>
                      <a:pt x="730" y="0"/>
                      <a:pt x="1" y="730"/>
                      <a:pt x="1" y="1611"/>
                    </a:cubicBezTo>
                    <a:cubicBezTo>
                      <a:pt x="1" y="2462"/>
                      <a:pt x="730" y="3192"/>
                      <a:pt x="1581" y="3192"/>
                    </a:cubicBezTo>
                    <a:cubicBezTo>
                      <a:pt x="2463" y="3192"/>
                      <a:pt x="3192" y="2462"/>
                      <a:pt x="3192" y="1611"/>
                    </a:cubicBezTo>
                    <a:cubicBezTo>
                      <a:pt x="3192" y="730"/>
                      <a:pt x="2463"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p:cNvSpPr/>
              <p:nvPr/>
            </p:nvSpPr>
            <p:spPr>
              <a:xfrm>
                <a:off x="5640658" y="4474076"/>
                <a:ext cx="66633" cy="66633"/>
              </a:xfrm>
              <a:custGeom>
                <a:avLst/>
                <a:gdLst/>
                <a:ahLst/>
                <a:cxnLst/>
                <a:rect l="l" t="t" r="r" b="b"/>
                <a:pathLst>
                  <a:path w="3192" h="3192" extrusionOk="0">
                    <a:moveTo>
                      <a:pt x="1581" y="0"/>
                    </a:moveTo>
                    <a:cubicBezTo>
                      <a:pt x="699" y="0"/>
                      <a:pt x="0" y="730"/>
                      <a:pt x="0" y="1611"/>
                    </a:cubicBezTo>
                    <a:cubicBezTo>
                      <a:pt x="0" y="2462"/>
                      <a:pt x="699" y="3192"/>
                      <a:pt x="1581" y="3192"/>
                    </a:cubicBezTo>
                    <a:cubicBezTo>
                      <a:pt x="2462" y="3192"/>
                      <a:pt x="3192" y="2462"/>
                      <a:pt x="3192" y="1611"/>
                    </a:cubicBezTo>
                    <a:cubicBezTo>
                      <a:pt x="3192" y="730"/>
                      <a:pt x="2462" y="0"/>
                      <a:pt x="1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p:cNvSpPr/>
              <p:nvPr/>
            </p:nvSpPr>
            <p:spPr>
              <a:xfrm>
                <a:off x="5460443" y="4013425"/>
                <a:ext cx="427061" cy="426414"/>
              </a:xfrm>
              <a:custGeom>
                <a:avLst/>
                <a:gdLst/>
                <a:ahLst/>
                <a:cxnLst/>
                <a:rect l="l" t="t" r="r" b="b"/>
                <a:pathLst>
                  <a:path w="20458" h="20427" extrusionOk="0">
                    <a:moveTo>
                      <a:pt x="10214" y="5563"/>
                    </a:moveTo>
                    <a:cubicBezTo>
                      <a:pt x="12767" y="5563"/>
                      <a:pt x="14864" y="7660"/>
                      <a:pt x="14864" y="10213"/>
                    </a:cubicBezTo>
                    <a:cubicBezTo>
                      <a:pt x="14864" y="12766"/>
                      <a:pt x="12767" y="14864"/>
                      <a:pt x="10214" y="14864"/>
                    </a:cubicBezTo>
                    <a:cubicBezTo>
                      <a:pt x="7691" y="14864"/>
                      <a:pt x="5594" y="12766"/>
                      <a:pt x="5594" y="10213"/>
                    </a:cubicBezTo>
                    <a:cubicBezTo>
                      <a:pt x="5594" y="7660"/>
                      <a:pt x="7691" y="5563"/>
                      <a:pt x="10214" y="5563"/>
                    </a:cubicBezTo>
                    <a:close/>
                    <a:moveTo>
                      <a:pt x="10214" y="0"/>
                    </a:moveTo>
                    <a:cubicBezTo>
                      <a:pt x="4591" y="0"/>
                      <a:pt x="1" y="4560"/>
                      <a:pt x="1" y="10213"/>
                    </a:cubicBezTo>
                    <a:cubicBezTo>
                      <a:pt x="1" y="15867"/>
                      <a:pt x="4560" y="20426"/>
                      <a:pt x="10214" y="20426"/>
                    </a:cubicBezTo>
                    <a:cubicBezTo>
                      <a:pt x="15837" y="20426"/>
                      <a:pt x="20457" y="15867"/>
                      <a:pt x="20457" y="10213"/>
                    </a:cubicBezTo>
                    <a:cubicBezTo>
                      <a:pt x="20457" y="4560"/>
                      <a:pt x="15837" y="0"/>
                      <a:pt x="10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 name="Google Shape;574;p31"/>
            <p:cNvGrpSpPr/>
            <p:nvPr/>
          </p:nvGrpSpPr>
          <p:grpSpPr>
            <a:xfrm rot="-5400000" flipH="1">
              <a:off x="7057323" y="4197559"/>
              <a:ext cx="994725" cy="1738650"/>
              <a:chOff x="2756000" y="88900"/>
              <a:chExt cx="994725" cy="1738650"/>
            </a:xfrm>
          </p:grpSpPr>
          <p:sp>
            <p:nvSpPr>
              <p:cNvPr id="575" name="Google Shape;575;p31"/>
              <p:cNvSpPr/>
              <p:nvPr/>
            </p:nvSpPr>
            <p:spPr>
              <a:xfrm>
                <a:off x="2756000" y="88900"/>
                <a:ext cx="869350" cy="1738650"/>
              </a:xfrm>
              <a:custGeom>
                <a:avLst/>
                <a:gdLst/>
                <a:ahLst/>
                <a:cxnLst/>
                <a:rect l="l" t="t" r="r" b="b"/>
                <a:pathLst>
                  <a:path w="34774" h="69546" extrusionOk="0">
                    <a:moveTo>
                      <a:pt x="34774" y="1"/>
                    </a:moveTo>
                    <a:cubicBezTo>
                      <a:pt x="15594" y="1"/>
                      <a:pt x="1" y="15594"/>
                      <a:pt x="1" y="34773"/>
                    </a:cubicBezTo>
                    <a:cubicBezTo>
                      <a:pt x="1" y="53953"/>
                      <a:pt x="15624" y="69546"/>
                      <a:pt x="34774" y="69546"/>
                    </a:cubicBezTo>
                    <a:lnTo>
                      <a:pt x="34774" y="57752"/>
                    </a:lnTo>
                    <a:cubicBezTo>
                      <a:pt x="22068" y="57752"/>
                      <a:pt x="11795" y="47418"/>
                      <a:pt x="11795" y="34773"/>
                    </a:cubicBezTo>
                    <a:cubicBezTo>
                      <a:pt x="11795" y="22129"/>
                      <a:pt x="22068" y="11794"/>
                      <a:pt x="34774" y="11794"/>
                    </a:cubicBezTo>
                    <a:lnTo>
                      <a:pt x="347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p:cNvSpPr/>
              <p:nvPr/>
            </p:nvSpPr>
            <p:spPr>
              <a:xfrm>
                <a:off x="2881400" y="88900"/>
                <a:ext cx="869325" cy="1738650"/>
              </a:xfrm>
              <a:custGeom>
                <a:avLst/>
                <a:gdLst/>
                <a:ahLst/>
                <a:cxnLst/>
                <a:rect l="l" t="t" r="r" b="b"/>
                <a:pathLst>
                  <a:path w="34773" h="69546" fill="none" extrusionOk="0">
                    <a:moveTo>
                      <a:pt x="34773" y="1"/>
                    </a:moveTo>
                    <a:lnTo>
                      <a:pt x="34773" y="11794"/>
                    </a:lnTo>
                    <a:cubicBezTo>
                      <a:pt x="22098" y="11794"/>
                      <a:pt x="11794" y="22098"/>
                      <a:pt x="11794" y="34773"/>
                    </a:cubicBezTo>
                    <a:cubicBezTo>
                      <a:pt x="11794" y="47478"/>
                      <a:pt x="22068" y="57752"/>
                      <a:pt x="34773" y="57752"/>
                    </a:cubicBezTo>
                    <a:lnTo>
                      <a:pt x="34773" y="69546"/>
                    </a:lnTo>
                    <a:cubicBezTo>
                      <a:pt x="15624" y="69546"/>
                      <a:pt x="0" y="53953"/>
                      <a:pt x="0" y="34773"/>
                    </a:cubicBezTo>
                    <a:cubicBezTo>
                      <a:pt x="0" y="15594"/>
                      <a:pt x="15624" y="1"/>
                      <a:pt x="34773" y="1"/>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 name="Google Shape;577;p31"/>
            <p:cNvGrpSpPr/>
            <p:nvPr/>
          </p:nvGrpSpPr>
          <p:grpSpPr>
            <a:xfrm rot="5400000">
              <a:off x="-173066" y="515834"/>
              <a:ext cx="1010248" cy="413533"/>
              <a:chOff x="5337014" y="2230182"/>
              <a:chExt cx="913425" cy="373900"/>
            </a:xfrm>
          </p:grpSpPr>
          <p:sp>
            <p:nvSpPr>
              <p:cNvPr id="578" name="Google Shape;578;p31"/>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0" name="Google Shape;580;p31"/>
            <p:cNvSpPr/>
            <p:nvPr/>
          </p:nvSpPr>
          <p:spPr>
            <a:xfrm flipH="1">
              <a:off x="1363725" y="4569525"/>
              <a:ext cx="545650" cy="272825"/>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p:cNvSpPr/>
            <p:nvPr/>
          </p:nvSpPr>
          <p:spPr>
            <a:xfrm flipH="1">
              <a:off x="292475" y="4799800"/>
              <a:ext cx="749275" cy="748525"/>
            </a:xfrm>
            <a:custGeom>
              <a:avLst/>
              <a:gdLst/>
              <a:ahLst/>
              <a:cxnLst/>
              <a:rect l="l" t="t" r="r" b="b"/>
              <a:pathLst>
                <a:path w="29971" h="29941" fill="none" extrusionOk="0">
                  <a:moveTo>
                    <a:pt x="29971" y="12250"/>
                  </a:moveTo>
                  <a:lnTo>
                    <a:pt x="21581" y="12250"/>
                  </a:lnTo>
                  <a:lnTo>
                    <a:pt x="27509" y="6323"/>
                  </a:lnTo>
                  <a:lnTo>
                    <a:pt x="23679" y="2493"/>
                  </a:lnTo>
                  <a:lnTo>
                    <a:pt x="17691" y="8420"/>
                  </a:lnTo>
                  <a:lnTo>
                    <a:pt x="17691" y="1"/>
                  </a:lnTo>
                  <a:lnTo>
                    <a:pt x="12280" y="1"/>
                  </a:lnTo>
                  <a:lnTo>
                    <a:pt x="12280" y="8420"/>
                  </a:lnTo>
                  <a:lnTo>
                    <a:pt x="6353" y="2493"/>
                  </a:lnTo>
                  <a:lnTo>
                    <a:pt x="2462" y="6323"/>
                  </a:lnTo>
                  <a:lnTo>
                    <a:pt x="8390" y="12250"/>
                  </a:lnTo>
                  <a:lnTo>
                    <a:pt x="0" y="12250"/>
                  </a:lnTo>
                  <a:lnTo>
                    <a:pt x="0" y="17721"/>
                  </a:lnTo>
                  <a:lnTo>
                    <a:pt x="8390" y="17721"/>
                  </a:lnTo>
                  <a:lnTo>
                    <a:pt x="2462" y="23648"/>
                  </a:lnTo>
                  <a:lnTo>
                    <a:pt x="6353" y="27509"/>
                  </a:lnTo>
                  <a:lnTo>
                    <a:pt x="12280" y="21582"/>
                  </a:lnTo>
                  <a:lnTo>
                    <a:pt x="12280" y="29940"/>
                  </a:lnTo>
                  <a:lnTo>
                    <a:pt x="17691" y="29940"/>
                  </a:lnTo>
                  <a:lnTo>
                    <a:pt x="17691" y="21582"/>
                  </a:lnTo>
                  <a:lnTo>
                    <a:pt x="23679" y="27509"/>
                  </a:lnTo>
                  <a:lnTo>
                    <a:pt x="27509" y="23648"/>
                  </a:lnTo>
                  <a:lnTo>
                    <a:pt x="21581" y="17721"/>
                  </a:lnTo>
                  <a:lnTo>
                    <a:pt x="29971" y="17721"/>
                  </a:lnTo>
                  <a:close/>
                </a:path>
              </a:pathLst>
            </a:custGeom>
            <a:solidFill>
              <a:schemeClr val="accent1"/>
            </a:solid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 name="Google Shape;582;p31"/>
            <p:cNvGrpSpPr/>
            <p:nvPr/>
          </p:nvGrpSpPr>
          <p:grpSpPr>
            <a:xfrm>
              <a:off x="5060736" y="4659925"/>
              <a:ext cx="420225" cy="409303"/>
              <a:chOff x="6318400" y="3461300"/>
              <a:chExt cx="379950" cy="370075"/>
            </a:xfrm>
          </p:grpSpPr>
          <p:sp>
            <p:nvSpPr>
              <p:cNvPr id="583" name="Google Shape;583;p31"/>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2" name="Google Shape;592;p31"/>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608"/>
        <p:cNvGrpSpPr/>
        <p:nvPr/>
      </p:nvGrpSpPr>
      <p:grpSpPr>
        <a:xfrm>
          <a:off x="0" y="0"/>
          <a:ext cx="0" cy="0"/>
          <a:chOff x="0" y="0"/>
          <a:chExt cx="0" cy="0"/>
        </a:xfrm>
      </p:grpSpPr>
      <p:grpSp>
        <p:nvGrpSpPr>
          <p:cNvPr id="609" name="Google Shape;609;p33"/>
          <p:cNvGrpSpPr/>
          <p:nvPr/>
        </p:nvGrpSpPr>
        <p:grpSpPr>
          <a:xfrm>
            <a:off x="11" y="120617"/>
            <a:ext cx="8993600" cy="4902270"/>
            <a:chOff x="11" y="120617"/>
            <a:chExt cx="8993600" cy="4902270"/>
          </a:xfrm>
        </p:grpSpPr>
        <p:grpSp>
          <p:nvGrpSpPr>
            <p:cNvPr id="610" name="Google Shape;610;p33"/>
            <p:cNvGrpSpPr/>
            <p:nvPr/>
          </p:nvGrpSpPr>
          <p:grpSpPr>
            <a:xfrm flipH="1">
              <a:off x="8042051" y="4329538"/>
              <a:ext cx="951560" cy="567450"/>
              <a:chOff x="4029409" y="69738"/>
              <a:chExt cx="951560" cy="567450"/>
            </a:xfrm>
          </p:grpSpPr>
          <p:sp>
            <p:nvSpPr>
              <p:cNvPr id="611" name="Google Shape;611;p33"/>
              <p:cNvSpPr/>
              <p:nvPr/>
            </p:nvSpPr>
            <p:spPr>
              <a:xfrm>
                <a:off x="4413493" y="211208"/>
                <a:ext cx="567476" cy="283738"/>
              </a:xfrm>
              <a:custGeom>
                <a:avLst/>
                <a:gdLst/>
                <a:ahLst/>
                <a:cxnLst/>
                <a:rect l="l" t="t" r="r" b="b"/>
                <a:pathLst>
                  <a:path w="21826" h="10913" extrusionOk="0">
                    <a:moveTo>
                      <a:pt x="10913" y="0"/>
                    </a:moveTo>
                    <a:cubicBezTo>
                      <a:pt x="4925" y="0"/>
                      <a:pt x="1" y="4864"/>
                      <a:pt x="1" y="10912"/>
                    </a:cubicBezTo>
                    <a:lnTo>
                      <a:pt x="21795" y="10912"/>
                    </a:lnTo>
                    <a:cubicBezTo>
                      <a:pt x="21825" y="4894"/>
                      <a:pt x="16931" y="0"/>
                      <a:pt x="10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3"/>
              <p:cNvSpPr/>
              <p:nvPr/>
            </p:nvSpPr>
            <p:spPr>
              <a:xfrm>
                <a:off x="4029409" y="69738"/>
                <a:ext cx="283738" cy="567450"/>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33"/>
            <p:cNvGrpSpPr/>
            <p:nvPr/>
          </p:nvGrpSpPr>
          <p:grpSpPr>
            <a:xfrm flipH="1">
              <a:off x="3714770" y="4675075"/>
              <a:ext cx="938475" cy="221925"/>
              <a:chOff x="1502200" y="2534225"/>
              <a:chExt cx="938475" cy="221925"/>
            </a:xfrm>
          </p:grpSpPr>
          <p:sp>
            <p:nvSpPr>
              <p:cNvPr id="614" name="Google Shape;614;p33"/>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3"/>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3"/>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33"/>
            <p:cNvGrpSpPr/>
            <p:nvPr/>
          </p:nvGrpSpPr>
          <p:grpSpPr>
            <a:xfrm flipH="1">
              <a:off x="7353184" y="246500"/>
              <a:ext cx="420225" cy="409303"/>
              <a:chOff x="6318400" y="3461300"/>
              <a:chExt cx="379950" cy="370075"/>
            </a:xfrm>
          </p:grpSpPr>
          <p:sp>
            <p:nvSpPr>
              <p:cNvPr id="618" name="Google Shape;618;p33"/>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3"/>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3"/>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3"/>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3"/>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3"/>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3"/>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3"/>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3"/>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 name="Google Shape;627;p33"/>
            <p:cNvGrpSpPr/>
            <p:nvPr/>
          </p:nvGrpSpPr>
          <p:grpSpPr>
            <a:xfrm flipH="1">
              <a:off x="11" y="120617"/>
              <a:ext cx="2188924" cy="4902270"/>
              <a:chOff x="5337014" y="2025850"/>
              <a:chExt cx="1979136" cy="4432432"/>
            </a:xfrm>
          </p:grpSpPr>
          <p:grpSp>
            <p:nvGrpSpPr>
              <p:cNvPr id="628" name="Google Shape;628;p33"/>
              <p:cNvGrpSpPr/>
              <p:nvPr/>
            </p:nvGrpSpPr>
            <p:grpSpPr>
              <a:xfrm>
                <a:off x="6737850" y="2025850"/>
                <a:ext cx="578300" cy="2019825"/>
                <a:chOff x="6737850" y="2025850"/>
                <a:chExt cx="578300" cy="2019825"/>
              </a:xfrm>
            </p:grpSpPr>
            <p:sp>
              <p:nvSpPr>
                <p:cNvPr id="629" name="Google Shape;629;p33"/>
                <p:cNvSpPr/>
                <p:nvPr/>
              </p:nvSpPr>
              <p:spPr>
                <a:xfrm>
                  <a:off x="6737850" y="2402000"/>
                  <a:ext cx="578300" cy="250800"/>
                </a:xfrm>
                <a:custGeom>
                  <a:avLst/>
                  <a:gdLst/>
                  <a:ahLst/>
                  <a:cxnLst/>
                  <a:rect l="l" t="t" r="r" b="b"/>
                  <a:pathLst>
                    <a:path w="23132" h="10032" extrusionOk="0">
                      <a:moveTo>
                        <a:pt x="9271" y="1"/>
                      </a:moveTo>
                      <a:lnTo>
                        <a:pt x="0" y="10031"/>
                      </a:lnTo>
                      <a:lnTo>
                        <a:pt x="23132" y="10031"/>
                      </a:lnTo>
                      <a:lnTo>
                        <a:pt x="231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3"/>
                <p:cNvSpPr/>
                <p:nvPr/>
              </p:nvSpPr>
              <p:spPr>
                <a:xfrm>
                  <a:off x="6969625" y="2025850"/>
                  <a:ext cx="346525" cy="376175"/>
                </a:xfrm>
                <a:custGeom>
                  <a:avLst/>
                  <a:gdLst/>
                  <a:ahLst/>
                  <a:cxnLst/>
                  <a:rect l="l" t="t" r="r" b="b"/>
                  <a:pathLst>
                    <a:path w="13861" h="15047" extrusionOk="0">
                      <a:moveTo>
                        <a:pt x="13861" y="1"/>
                      </a:moveTo>
                      <a:lnTo>
                        <a:pt x="0" y="15047"/>
                      </a:lnTo>
                      <a:lnTo>
                        <a:pt x="13861" y="15047"/>
                      </a:lnTo>
                      <a:lnTo>
                        <a:pt x="138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3"/>
                <p:cNvSpPr/>
                <p:nvPr/>
              </p:nvSpPr>
              <p:spPr>
                <a:xfrm>
                  <a:off x="6737850" y="2721925"/>
                  <a:ext cx="578300" cy="626925"/>
                </a:xfrm>
                <a:custGeom>
                  <a:avLst/>
                  <a:gdLst/>
                  <a:ahLst/>
                  <a:cxnLst/>
                  <a:rect l="l" t="t" r="r" b="b"/>
                  <a:pathLst>
                    <a:path w="23132" h="25077" extrusionOk="0">
                      <a:moveTo>
                        <a:pt x="23132" y="0"/>
                      </a:moveTo>
                      <a:lnTo>
                        <a:pt x="0" y="25077"/>
                      </a:lnTo>
                      <a:lnTo>
                        <a:pt x="23132" y="25077"/>
                      </a:lnTo>
                      <a:lnTo>
                        <a:pt x="23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3"/>
                <p:cNvSpPr/>
                <p:nvPr/>
              </p:nvSpPr>
              <p:spPr>
                <a:xfrm>
                  <a:off x="6737850" y="3417225"/>
                  <a:ext cx="578300" cy="628450"/>
                </a:xfrm>
                <a:custGeom>
                  <a:avLst/>
                  <a:gdLst/>
                  <a:ahLst/>
                  <a:cxnLst/>
                  <a:rect l="l" t="t" r="r" b="b"/>
                  <a:pathLst>
                    <a:path w="23132" h="25138" extrusionOk="0">
                      <a:moveTo>
                        <a:pt x="23132" y="0"/>
                      </a:moveTo>
                      <a:lnTo>
                        <a:pt x="0" y="25137"/>
                      </a:lnTo>
                      <a:lnTo>
                        <a:pt x="23132" y="25137"/>
                      </a:lnTo>
                      <a:lnTo>
                        <a:pt x="23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3" name="Google Shape;633;p33"/>
              <p:cNvSpPr/>
              <p:nvPr/>
            </p:nvSpPr>
            <p:spPr>
              <a:xfrm>
                <a:off x="6629220" y="5825282"/>
                <a:ext cx="510675" cy="511425"/>
              </a:xfrm>
              <a:custGeom>
                <a:avLst/>
                <a:gdLst/>
                <a:ahLst/>
                <a:cxnLst/>
                <a:rect l="l" t="t" r="r" b="b"/>
                <a:pathLst>
                  <a:path w="20427" h="20457" extrusionOk="0">
                    <a:moveTo>
                      <a:pt x="10214" y="5593"/>
                    </a:moveTo>
                    <a:cubicBezTo>
                      <a:pt x="12767" y="5593"/>
                      <a:pt x="14864" y="7690"/>
                      <a:pt x="14864" y="10244"/>
                    </a:cubicBezTo>
                    <a:cubicBezTo>
                      <a:pt x="14864" y="12766"/>
                      <a:pt x="12797" y="14864"/>
                      <a:pt x="10214" y="14864"/>
                    </a:cubicBezTo>
                    <a:cubicBezTo>
                      <a:pt x="7661" y="14864"/>
                      <a:pt x="5594" y="12766"/>
                      <a:pt x="5594" y="10244"/>
                    </a:cubicBezTo>
                    <a:cubicBezTo>
                      <a:pt x="5594" y="7690"/>
                      <a:pt x="7661" y="5593"/>
                      <a:pt x="10214" y="5593"/>
                    </a:cubicBezTo>
                    <a:close/>
                    <a:moveTo>
                      <a:pt x="10214" y="0"/>
                    </a:moveTo>
                    <a:cubicBezTo>
                      <a:pt x="4591" y="0"/>
                      <a:pt x="1" y="4560"/>
                      <a:pt x="1" y="10244"/>
                    </a:cubicBezTo>
                    <a:cubicBezTo>
                      <a:pt x="1" y="15897"/>
                      <a:pt x="4560" y="20457"/>
                      <a:pt x="10214" y="20457"/>
                    </a:cubicBezTo>
                    <a:cubicBezTo>
                      <a:pt x="15837" y="20457"/>
                      <a:pt x="20427" y="15897"/>
                      <a:pt x="20427" y="10244"/>
                    </a:cubicBezTo>
                    <a:cubicBezTo>
                      <a:pt x="20427" y="4560"/>
                      <a:pt x="15867" y="0"/>
                      <a:pt x="10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3"/>
              <p:cNvSpPr/>
              <p:nvPr/>
            </p:nvSpPr>
            <p:spPr>
              <a:xfrm>
                <a:off x="5337014" y="2230182"/>
                <a:ext cx="374650" cy="373900"/>
              </a:xfrm>
              <a:custGeom>
                <a:avLst/>
                <a:gdLst/>
                <a:ahLst/>
                <a:cxnLst/>
                <a:rect l="l" t="t" r="r" b="b"/>
                <a:pathLst>
                  <a:path w="14986" h="14956" extrusionOk="0">
                    <a:moveTo>
                      <a:pt x="6141" y="1"/>
                    </a:moveTo>
                    <a:lnTo>
                      <a:pt x="6141" y="4225"/>
                    </a:lnTo>
                    <a:lnTo>
                      <a:pt x="3162" y="1247"/>
                    </a:lnTo>
                    <a:lnTo>
                      <a:pt x="1217" y="3162"/>
                    </a:lnTo>
                    <a:lnTo>
                      <a:pt x="4226" y="6110"/>
                    </a:lnTo>
                    <a:lnTo>
                      <a:pt x="1" y="6110"/>
                    </a:lnTo>
                    <a:lnTo>
                      <a:pt x="1" y="8846"/>
                    </a:lnTo>
                    <a:lnTo>
                      <a:pt x="4226" y="8846"/>
                    </a:lnTo>
                    <a:lnTo>
                      <a:pt x="1217" y="11824"/>
                    </a:lnTo>
                    <a:lnTo>
                      <a:pt x="3162" y="13739"/>
                    </a:lnTo>
                    <a:lnTo>
                      <a:pt x="6141" y="10791"/>
                    </a:lnTo>
                    <a:lnTo>
                      <a:pt x="6141" y="14955"/>
                    </a:lnTo>
                    <a:lnTo>
                      <a:pt x="8876" y="14955"/>
                    </a:lnTo>
                    <a:lnTo>
                      <a:pt x="8876" y="10791"/>
                    </a:lnTo>
                    <a:lnTo>
                      <a:pt x="11825" y="13739"/>
                    </a:lnTo>
                    <a:lnTo>
                      <a:pt x="13770" y="11824"/>
                    </a:lnTo>
                    <a:lnTo>
                      <a:pt x="10791" y="8846"/>
                    </a:lnTo>
                    <a:lnTo>
                      <a:pt x="14986" y="8846"/>
                    </a:lnTo>
                    <a:lnTo>
                      <a:pt x="14986" y="6110"/>
                    </a:lnTo>
                    <a:lnTo>
                      <a:pt x="10791" y="6110"/>
                    </a:lnTo>
                    <a:lnTo>
                      <a:pt x="13770" y="3162"/>
                    </a:lnTo>
                    <a:lnTo>
                      <a:pt x="11825" y="1247"/>
                    </a:lnTo>
                    <a:lnTo>
                      <a:pt x="8876" y="4225"/>
                    </a:lnTo>
                    <a:lnTo>
                      <a:pt x="88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3"/>
              <p:cNvSpPr/>
              <p:nvPr/>
            </p:nvSpPr>
            <p:spPr>
              <a:xfrm>
                <a:off x="5875789" y="2230182"/>
                <a:ext cx="374650" cy="373900"/>
              </a:xfrm>
              <a:custGeom>
                <a:avLst/>
                <a:gdLst/>
                <a:ahLst/>
                <a:cxnLst/>
                <a:rect l="l" t="t" r="r" b="b"/>
                <a:pathLst>
                  <a:path w="14986" h="14956" extrusionOk="0">
                    <a:moveTo>
                      <a:pt x="6110" y="1"/>
                    </a:moveTo>
                    <a:lnTo>
                      <a:pt x="6110" y="4225"/>
                    </a:lnTo>
                    <a:lnTo>
                      <a:pt x="3161" y="1247"/>
                    </a:lnTo>
                    <a:lnTo>
                      <a:pt x="1216" y="3162"/>
                    </a:lnTo>
                    <a:lnTo>
                      <a:pt x="4195" y="6110"/>
                    </a:lnTo>
                    <a:lnTo>
                      <a:pt x="0" y="6110"/>
                    </a:lnTo>
                    <a:lnTo>
                      <a:pt x="0" y="8846"/>
                    </a:lnTo>
                    <a:lnTo>
                      <a:pt x="4195" y="8846"/>
                    </a:lnTo>
                    <a:lnTo>
                      <a:pt x="1216" y="11824"/>
                    </a:lnTo>
                    <a:lnTo>
                      <a:pt x="3161" y="13739"/>
                    </a:lnTo>
                    <a:lnTo>
                      <a:pt x="6110" y="10791"/>
                    </a:lnTo>
                    <a:lnTo>
                      <a:pt x="6110" y="14955"/>
                    </a:lnTo>
                    <a:lnTo>
                      <a:pt x="8845" y="14955"/>
                    </a:lnTo>
                    <a:lnTo>
                      <a:pt x="8845" y="10791"/>
                    </a:lnTo>
                    <a:lnTo>
                      <a:pt x="11824" y="13739"/>
                    </a:lnTo>
                    <a:lnTo>
                      <a:pt x="13770" y="11824"/>
                    </a:lnTo>
                    <a:lnTo>
                      <a:pt x="10791" y="8846"/>
                    </a:lnTo>
                    <a:lnTo>
                      <a:pt x="14985" y="8846"/>
                    </a:lnTo>
                    <a:lnTo>
                      <a:pt x="14985" y="6110"/>
                    </a:lnTo>
                    <a:lnTo>
                      <a:pt x="10791" y="6110"/>
                    </a:lnTo>
                    <a:lnTo>
                      <a:pt x="13770" y="3162"/>
                    </a:lnTo>
                    <a:lnTo>
                      <a:pt x="11824" y="1247"/>
                    </a:lnTo>
                    <a:lnTo>
                      <a:pt x="8845" y="4225"/>
                    </a:lnTo>
                    <a:lnTo>
                      <a:pt x="88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3"/>
              <p:cNvSpPr/>
              <p:nvPr/>
            </p:nvSpPr>
            <p:spPr>
              <a:xfrm>
                <a:off x="6190020" y="6186232"/>
                <a:ext cx="272050" cy="272050"/>
              </a:xfrm>
              <a:custGeom>
                <a:avLst/>
                <a:gdLst/>
                <a:ahLst/>
                <a:cxnLst/>
                <a:rect l="l" t="t" r="r" b="b"/>
                <a:pathLst>
                  <a:path w="10882" h="10882" fill="none" extrusionOk="0">
                    <a:moveTo>
                      <a:pt x="10882" y="5441"/>
                    </a:moveTo>
                    <a:cubicBezTo>
                      <a:pt x="10882" y="8450"/>
                      <a:pt x="8450" y="10882"/>
                      <a:pt x="5441" y="10882"/>
                    </a:cubicBezTo>
                    <a:cubicBezTo>
                      <a:pt x="2432" y="10882"/>
                      <a:pt x="0" y="8450"/>
                      <a:pt x="0" y="5441"/>
                    </a:cubicBezTo>
                    <a:cubicBezTo>
                      <a:pt x="0" y="2432"/>
                      <a:pt x="2432" y="0"/>
                      <a:pt x="5441" y="0"/>
                    </a:cubicBezTo>
                    <a:cubicBezTo>
                      <a:pt x="8450" y="0"/>
                      <a:pt x="10882" y="2432"/>
                      <a:pt x="10882" y="5441"/>
                    </a:cubicBezTo>
                    <a:close/>
                  </a:path>
                </a:pathLst>
              </a:custGeom>
              <a:noFill/>
              <a:ln w="19050"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14">
    <p:spTree>
      <p:nvGrpSpPr>
        <p:cNvPr id="1" name="Shape 637"/>
        <p:cNvGrpSpPr/>
        <p:nvPr/>
      </p:nvGrpSpPr>
      <p:grpSpPr>
        <a:xfrm>
          <a:off x="0" y="0"/>
          <a:ext cx="0" cy="0"/>
          <a:chOff x="0" y="0"/>
          <a:chExt cx="0" cy="0"/>
        </a:xfrm>
      </p:grpSpPr>
      <p:grpSp>
        <p:nvGrpSpPr>
          <p:cNvPr id="638" name="Google Shape;638;p34"/>
          <p:cNvGrpSpPr/>
          <p:nvPr/>
        </p:nvGrpSpPr>
        <p:grpSpPr>
          <a:xfrm>
            <a:off x="73570" y="7"/>
            <a:ext cx="9070653" cy="4960003"/>
            <a:chOff x="73570" y="7"/>
            <a:chExt cx="9070653" cy="4960003"/>
          </a:xfrm>
        </p:grpSpPr>
        <p:sp>
          <p:nvSpPr>
            <p:cNvPr id="639" name="Google Shape;639;p34"/>
            <p:cNvSpPr/>
            <p:nvPr/>
          </p:nvSpPr>
          <p:spPr>
            <a:xfrm rot="10800000">
              <a:off x="8701285" y="267937"/>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4"/>
            <p:cNvSpPr/>
            <p:nvPr/>
          </p:nvSpPr>
          <p:spPr>
            <a:xfrm rot="10800000">
              <a:off x="8544065" y="1589947"/>
              <a:ext cx="283726" cy="283752"/>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1" name="Google Shape;641;p34"/>
            <p:cNvGrpSpPr/>
            <p:nvPr/>
          </p:nvGrpSpPr>
          <p:grpSpPr>
            <a:xfrm flipH="1">
              <a:off x="509878" y="4364225"/>
              <a:ext cx="420225" cy="409303"/>
              <a:chOff x="6318400" y="3461300"/>
              <a:chExt cx="379950" cy="370075"/>
            </a:xfrm>
          </p:grpSpPr>
          <p:sp>
            <p:nvSpPr>
              <p:cNvPr id="642" name="Google Shape;642;p34"/>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4"/>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4"/>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4"/>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4"/>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4"/>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4"/>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4"/>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4"/>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4"/>
            <p:cNvGrpSpPr/>
            <p:nvPr/>
          </p:nvGrpSpPr>
          <p:grpSpPr>
            <a:xfrm>
              <a:off x="8544075" y="4046950"/>
              <a:ext cx="379781" cy="913060"/>
              <a:chOff x="8577425" y="239425"/>
              <a:chExt cx="379781" cy="913060"/>
            </a:xfrm>
          </p:grpSpPr>
          <p:sp>
            <p:nvSpPr>
              <p:cNvPr id="652" name="Google Shape;652;p34"/>
              <p:cNvSpPr/>
              <p:nvPr/>
            </p:nvSpPr>
            <p:spPr>
              <a:xfrm>
                <a:off x="8577425" y="772735"/>
                <a:ext cx="379781" cy="379750"/>
              </a:xfrm>
              <a:custGeom>
                <a:avLst/>
                <a:gdLst/>
                <a:ahLst/>
                <a:cxnLst/>
                <a:rect l="l" t="t" r="r" b="b"/>
                <a:pathLst>
                  <a:path w="12251" h="12250" fill="none" extrusionOk="0">
                    <a:moveTo>
                      <a:pt x="1" y="6140"/>
                    </a:moveTo>
                    <a:lnTo>
                      <a:pt x="6141" y="0"/>
                    </a:lnTo>
                    <a:lnTo>
                      <a:pt x="12250" y="6140"/>
                    </a:lnTo>
                    <a:lnTo>
                      <a:pt x="6141" y="12249"/>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4"/>
              <p:cNvSpPr/>
              <p:nvPr/>
            </p:nvSpPr>
            <p:spPr>
              <a:xfrm>
                <a:off x="8577425" y="239425"/>
                <a:ext cx="379781" cy="379750"/>
              </a:xfrm>
              <a:custGeom>
                <a:avLst/>
                <a:gdLst/>
                <a:ahLst/>
                <a:cxnLst/>
                <a:rect l="l" t="t" r="r" b="b"/>
                <a:pathLst>
                  <a:path w="12251" h="12250" fill="none" extrusionOk="0">
                    <a:moveTo>
                      <a:pt x="1" y="6140"/>
                    </a:moveTo>
                    <a:lnTo>
                      <a:pt x="6110" y="0"/>
                    </a:lnTo>
                    <a:lnTo>
                      <a:pt x="12250" y="6140"/>
                    </a:lnTo>
                    <a:lnTo>
                      <a:pt x="6110" y="12250"/>
                    </a:lnTo>
                    <a:close/>
                  </a:path>
                </a:pathLst>
              </a:custGeom>
              <a:noFill/>
              <a:ln w="1905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4" name="Google Shape;654;p34"/>
            <p:cNvSpPr/>
            <p:nvPr/>
          </p:nvSpPr>
          <p:spPr>
            <a:xfrm>
              <a:off x="73570" y="1080125"/>
              <a:ext cx="271300" cy="271325"/>
            </a:xfrm>
            <a:custGeom>
              <a:avLst/>
              <a:gdLst/>
              <a:ahLst/>
              <a:cxnLst/>
              <a:rect l="l" t="t" r="r" b="b"/>
              <a:pathLst>
                <a:path w="10852" h="10853" fill="none" extrusionOk="0">
                  <a:moveTo>
                    <a:pt x="10852" y="5411"/>
                  </a:moveTo>
                  <a:cubicBezTo>
                    <a:pt x="10852" y="8420"/>
                    <a:pt x="8420" y="10852"/>
                    <a:pt x="5441" y="10852"/>
                  </a:cubicBezTo>
                  <a:cubicBezTo>
                    <a:pt x="2432" y="10852"/>
                    <a:pt x="0" y="8420"/>
                    <a:pt x="0" y="5411"/>
                  </a:cubicBezTo>
                  <a:cubicBezTo>
                    <a:pt x="0" y="2432"/>
                    <a:pt x="2432" y="1"/>
                    <a:pt x="5441" y="1"/>
                  </a:cubicBezTo>
                  <a:cubicBezTo>
                    <a:pt x="8420" y="1"/>
                    <a:pt x="10852" y="2432"/>
                    <a:pt x="10852" y="5411"/>
                  </a:cubicBezTo>
                  <a:close/>
                </a:path>
              </a:pathLst>
            </a:custGeom>
            <a:noFill/>
            <a:ln w="19050"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4"/>
            <p:cNvSpPr/>
            <p:nvPr/>
          </p:nvSpPr>
          <p:spPr>
            <a:xfrm rot="-5400000" flipH="1">
              <a:off x="566303" y="-221421"/>
              <a:ext cx="442938" cy="885795"/>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96318"/>
            <a:ext cx="7704000" cy="631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2pPr>
            <a:lvl3pPr lvl="2">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3pPr>
            <a:lvl4pPr lvl="3">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4pPr>
            <a:lvl5pPr lvl="4">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5pPr>
            <a:lvl6pPr lvl="5">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6pPr>
            <a:lvl7pPr lvl="6">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7pPr>
            <a:lvl8pPr lvl="7">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8pPr>
            <a:lvl9pPr lvl="8">
              <a:spcBef>
                <a:spcPts val="0"/>
              </a:spcBef>
              <a:spcAft>
                <a:spcPts val="0"/>
              </a:spcAft>
              <a:buClr>
                <a:schemeClr val="accent4"/>
              </a:buClr>
              <a:buSzPts val="3000"/>
              <a:buFont typeface="Montserrat"/>
              <a:buNone/>
              <a:defRPr sz="3000" b="1">
                <a:solidFill>
                  <a:schemeClr val="accent4"/>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5" r:id="rId4"/>
    <p:sldLayoutId id="2147483658" r:id="rId5"/>
    <p:sldLayoutId id="2147483659" r:id="rId6"/>
    <p:sldLayoutId id="2147483661" r:id="rId7"/>
    <p:sldLayoutId id="2147483663" r:id="rId8"/>
    <p:sldLayoutId id="2147483669" r:id="rId9"/>
    <p:sldLayoutId id="2147483671" r:id="rId10"/>
    <p:sldLayoutId id="2147483673" r:id="rId11"/>
    <p:sldLayoutId id="2147483675" r:id="rId12"/>
    <p:sldLayoutId id="2147483676" r:id="rId13"/>
    <p:sldLayoutId id="2147483677" r:id="rId14"/>
    <p:sldLayoutId id="2147483679" r:id="rId15"/>
    <p:sldLayoutId id="214748368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eg"/><Relationship Id="rId7"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4.png"/><Relationship Id="rId7"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png"/><Relationship Id="rId9"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5.jpeg"/><Relationship Id="rId7"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6.jpg"/><Relationship Id="rId5"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9.jpg"/></Relationships>
</file>

<file path=ppt/slides/_rels/slide9.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4.png"/><Relationship Id="rId7"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9.png"/><Relationship Id="rId9" Type="http://schemas.openxmlformats.org/officeDocument/2006/relationships/image" Target="../media/image24.jp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jpe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38"/>
          <p:cNvSpPr txBox="1">
            <a:spLocks noGrp="1"/>
          </p:cNvSpPr>
          <p:nvPr>
            <p:ph type="subTitle" idx="1"/>
          </p:nvPr>
        </p:nvSpPr>
        <p:spPr>
          <a:xfrm>
            <a:off x="2225842" y="3123750"/>
            <a:ext cx="6605336" cy="778018"/>
          </a:xfrm>
          <a:prstGeom prst="rect">
            <a:avLst/>
          </a:prstGeom>
        </p:spPr>
        <p:txBody>
          <a:bodyPr spcFirstLastPara="1" wrap="square" lIns="91425" tIns="91425" rIns="91425" bIns="91425" anchor="t" anchorCtr="0">
            <a:noAutofit/>
          </a:bodyPr>
          <a:lstStyle/>
          <a:p>
            <a:pPr algn="just">
              <a:spcBef>
                <a:spcPts val="1000"/>
              </a:spcBef>
            </a:pPr>
            <a:r>
              <a:rPr lang="es-PY" b="1" dirty="0">
                <a:solidFill>
                  <a:schemeClr val="tx1"/>
                </a:solidFill>
                <a:latin typeface="Segoe UI" panose="020B0502040204020203" pitchFamily="34" charset="0"/>
                <a:cs typeface="Segoe UI" panose="020B0502040204020203" pitchFamily="34" charset="0"/>
              </a:rPr>
              <a:t>Sistema Nacional de Investigadores-SISNI</a:t>
            </a:r>
          </a:p>
          <a:p>
            <a:pPr algn="r">
              <a:spcBef>
                <a:spcPts val="1000"/>
              </a:spcBef>
            </a:pPr>
            <a:r>
              <a:rPr lang="es-PY" b="1" dirty="0">
                <a:solidFill>
                  <a:schemeClr val="tx1"/>
                </a:solidFill>
                <a:latin typeface="Segoe UI" panose="020B0502040204020203" pitchFamily="34" charset="0"/>
                <a:cs typeface="Segoe UI" panose="020B0502040204020203" pitchFamily="34" charset="0"/>
              </a:rPr>
              <a:t>Asunción, 6 de agosto 2026</a:t>
            </a:r>
          </a:p>
        </p:txBody>
      </p:sp>
      <p:sp>
        <p:nvSpPr>
          <p:cNvPr id="667" name="Google Shape;667;p38"/>
          <p:cNvSpPr txBox="1">
            <a:spLocks noGrp="1"/>
          </p:cNvSpPr>
          <p:nvPr>
            <p:ph type="ctrTitle"/>
          </p:nvPr>
        </p:nvSpPr>
        <p:spPr>
          <a:xfrm>
            <a:off x="1185750" y="1005298"/>
            <a:ext cx="6770238" cy="1404600"/>
          </a:xfrm>
          <a:prstGeom prst="rect">
            <a:avLst/>
          </a:prstGeom>
        </p:spPr>
        <p:txBody>
          <a:bodyPr spcFirstLastPara="1" wrap="square" lIns="91425" tIns="45700" rIns="91425" bIns="91425" anchor="t" anchorCtr="0">
            <a:noAutofit/>
          </a:bodyPr>
          <a:lstStyle/>
          <a:p>
            <a:pPr lvl="0">
              <a:buSzPts val="1100"/>
            </a:pPr>
            <a:r>
              <a:rPr lang="es-MX" sz="2800" dirty="0"/>
              <a:t>REUNIÓN DE APERTURA </a:t>
            </a:r>
            <a:br>
              <a:rPr lang="es-MX" sz="2800" dirty="0"/>
            </a:br>
            <a:r>
              <a:rPr lang="es-MX" sz="2800" dirty="0"/>
              <a:t>Comisiones Técnicas de Área (CTA) </a:t>
            </a:r>
            <a:br>
              <a:rPr lang="es-MX" sz="2800" dirty="0"/>
            </a:br>
            <a:br>
              <a:rPr lang="es-MX" sz="2800" dirty="0"/>
            </a:br>
            <a:r>
              <a:rPr lang="es-MX" sz="2800" dirty="0"/>
              <a:t>Evaluación de Permanencia I/2026</a:t>
            </a:r>
            <a:endParaRPr sz="2800" dirty="0"/>
          </a:p>
        </p:txBody>
      </p:sp>
      <p:grpSp>
        <p:nvGrpSpPr>
          <p:cNvPr id="668" name="Google Shape;668;p38"/>
          <p:cNvGrpSpPr/>
          <p:nvPr/>
        </p:nvGrpSpPr>
        <p:grpSpPr>
          <a:xfrm rot="-5400000">
            <a:off x="688388" y="-515859"/>
            <a:ext cx="994725" cy="1738650"/>
            <a:chOff x="2756000" y="88900"/>
            <a:chExt cx="994725" cy="1738650"/>
          </a:xfrm>
        </p:grpSpPr>
        <p:sp>
          <p:nvSpPr>
            <p:cNvPr id="669" name="Google Shape;669;p38"/>
            <p:cNvSpPr/>
            <p:nvPr/>
          </p:nvSpPr>
          <p:spPr>
            <a:xfrm>
              <a:off x="2756000" y="88900"/>
              <a:ext cx="869350" cy="1738650"/>
            </a:xfrm>
            <a:custGeom>
              <a:avLst/>
              <a:gdLst/>
              <a:ahLst/>
              <a:cxnLst/>
              <a:rect l="l" t="t" r="r" b="b"/>
              <a:pathLst>
                <a:path w="34774" h="69546" extrusionOk="0">
                  <a:moveTo>
                    <a:pt x="34774" y="1"/>
                  </a:moveTo>
                  <a:cubicBezTo>
                    <a:pt x="15594" y="1"/>
                    <a:pt x="1" y="15594"/>
                    <a:pt x="1" y="34773"/>
                  </a:cubicBezTo>
                  <a:cubicBezTo>
                    <a:pt x="1" y="53953"/>
                    <a:pt x="15624" y="69546"/>
                    <a:pt x="34774" y="69546"/>
                  </a:cubicBezTo>
                  <a:lnTo>
                    <a:pt x="34774" y="57752"/>
                  </a:lnTo>
                  <a:cubicBezTo>
                    <a:pt x="22068" y="57752"/>
                    <a:pt x="11795" y="47418"/>
                    <a:pt x="11795" y="34773"/>
                  </a:cubicBezTo>
                  <a:cubicBezTo>
                    <a:pt x="11795" y="22129"/>
                    <a:pt x="22068" y="11794"/>
                    <a:pt x="34774" y="11794"/>
                  </a:cubicBezTo>
                  <a:lnTo>
                    <a:pt x="347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8"/>
            <p:cNvSpPr/>
            <p:nvPr/>
          </p:nvSpPr>
          <p:spPr>
            <a:xfrm>
              <a:off x="2881400" y="88900"/>
              <a:ext cx="869325" cy="1738650"/>
            </a:xfrm>
            <a:custGeom>
              <a:avLst/>
              <a:gdLst/>
              <a:ahLst/>
              <a:cxnLst/>
              <a:rect l="l" t="t" r="r" b="b"/>
              <a:pathLst>
                <a:path w="34773" h="69546" fill="none" extrusionOk="0">
                  <a:moveTo>
                    <a:pt x="34773" y="1"/>
                  </a:moveTo>
                  <a:lnTo>
                    <a:pt x="34773" y="11794"/>
                  </a:lnTo>
                  <a:cubicBezTo>
                    <a:pt x="22098" y="11794"/>
                    <a:pt x="11794" y="22098"/>
                    <a:pt x="11794" y="34773"/>
                  </a:cubicBezTo>
                  <a:cubicBezTo>
                    <a:pt x="11794" y="47478"/>
                    <a:pt x="22068" y="57752"/>
                    <a:pt x="34773" y="57752"/>
                  </a:cubicBezTo>
                  <a:lnTo>
                    <a:pt x="34773" y="69546"/>
                  </a:lnTo>
                  <a:cubicBezTo>
                    <a:pt x="15624" y="69546"/>
                    <a:pt x="0" y="53953"/>
                    <a:pt x="0" y="34773"/>
                  </a:cubicBezTo>
                  <a:cubicBezTo>
                    <a:pt x="0" y="15594"/>
                    <a:pt x="15624" y="1"/>
                    <a:pt x="34773" y="1"/>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 name="Google Shape;671;p38"/>
          <p:cNvGrpSpPr/>
          <p:nvPr/>
        </p:nvGrpSpPr>
        <p:grpSpPr>
          <a:xfrm>
            <a:off x="6699186" y="4027825"/>
            <a:ext cx="420225" cy="409303"/>
            <a:chOff x="6318400" y="3461300"/>
            <a:chExt cx="379950" cy="370075"/>
          </a:xfrm>
        </p:grpSpPr>
        <p:sp>
          <p:nvSpPr>
            <p:cNvPr id="672" name="Google Shape;672;p38"/>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8"/>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8"/>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8"/>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8"/>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8"/>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8"/>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8"/>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8"/>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41"/>
          <p:cNvSpPr txBox="1">
            <a:spLocks noGrp="1"/>
          </p:cNvSpPr>
          <p:nvPr>
            <p:ph type="title"/>
          </p:nvPr>
        </p:nvSpPr>
        <p:spPr>
          <a:xfrm>
            <a:off x="869492" y="507512"/>
            <a:ext cx="6401795" cy="646903"/>
          </a:xfrm>
          <a:prstGeom prst="rect">
            <a:avLst/>
          </a:prstGeom>
        </p:spPr>
        <p:txBody>
          <a:bodyPr spcFirstLastPara="1" wrap="square" lIns="91425" tIns="91425" rIns="91425" bIns="91425" anchor="t" anchorCtr="0">
            <a:noAutofit/>
          </a:bodyPr>
          <a:lstStyle/>
          <a:p>
            <a:pPr lvl="0"/>
            <a:r>
              <a:rPr lang="es-ES" altLang="es-ES" sz="3500" dirty="0"/>
              <a:t>Dirigida exclusivamente a:</a:t>
            </a:r>
            <a:br>
              <a:rPr lang="es-ES" altLang="es-ES" sz="3500" dirty="0"/>
            </a:br>
            <a:endParaRPr sz="3500" dirty="0"/>
          </a:p>
        </p:txBody>
      </p:sp>
      <p:sp>
        <p:nvSpPr>
          <p:cNvPr id="712" name="Google Shape;712;p41"/>
          <p:cNvSpPr txBox="1">
            <a:spLocks noGrp="1"/>
          </p:cNvSpPr>
          <p:nvPr>
            <p:ph type="subTitle" idx="1"/>
          </p:nvPr>
        </p:nvSpPr>
        <p:spPr>
          <a:xfrm>
            <a:off x="524488" y="1371032"/>
            <a:ext cx="4921661" cy="2108149"/>
          </a:xfrm>
          <a:prstGeom prst="rect">
            <a:avLst/>
          </a:prstGeom>
        </p:spPr>
        <p:txBody>
          <a:bodyPr spcFirstLastPara="1" wrap="square" lIns="91425" tIns="91425" rIns="91425" bIns="91425" anchor="t" anchorCtr="0">
            <a:noAutofit/>
          </a:bodyPr>
          <a:lstStyle/>
          <a:p>
            <a:pPr marL="361950" indent="0" algn="just"/>
            <a:r>
              <a:rPr lang="es-MX" sz="1000" b="1" u="sng" dirty="0">
                <a:solidFill>
                  <a:schemeClr val="tx1"/>
                </a:solidFill>
                <a:latin typeface="Gotham" panose="02000604040000020004" pitchFamily="2" charset="0"/>
              </a:rPr>
              <a:t>Investigadores categorizados en el Nivel 3 </a:t>
            </a:r>
            <a:r>
              <a:rPr lang="es-MX" sz="1000" dirty="0">
                <a:solidFill>
                  <a:schemeClr val="tx1"/>
                </a:solidFill>
                <a:latin typeface="Gotham" panose="02000604040000020004" pitchFamily="2" charset="0"/>
              </a:rPr>
              <a:t>- Convocatoria I/2021</a:t>
            </a:r>
          </a:p>
          <a:p>
            <a:pPr marL="361950" indent="0" algn="just"/>
            <a:r>
              <a:rPr lang="es-MX" sz="1000" dirty="0">
                <a:solidFill>
                  <a:schemeClr val="tx1"/>
                </a:solidFill>
                <a:latin typeface="Gotham" panose="02000604040000020004" pitchFamily="2" charset="0"/>
              </a:rPr>
              <a:t>(Resolución N° 492/2021).</a:t>
            </a:r>
          </a:p>
          <a:p>
            <a:pPr marL="361950" indent="0" algn="just"/>
            <a:endParaRPr lang="es-MX" sz="1000" dirty="0">
              <a:solidFill>
                <a:schemeClr val="tx1"/>
              </a:solidFill>
              <a:latin typeface="Gotham" panose="02000604040000020004" pitchFamily="2" charset="0"/>
            </a:endParaRPr>
          </a:p>
          <a:p>
            <a:pPr marL="361950" indent="0" algn="just"/>
            <a:r>
              <a:rPr lang="es-MX" sz="1000" b="1" u="sng" dirty="0">
                <a:solidFill>
                  <a:schemeClr val="tx1"/>
                </a:solidFill>
                <a:latin typeface="Gotham" panose="02000604040000020004" pitchFamily="2" charset="0"/>
              </a:rPr>
              <a:t>Investigadores categorizados en el Nivel 2 </a:t>
            </a:r>
            <a:r>
              <a:rPr lang="es-MX" sz="1000" dirty="0">
                <a:solidFill>
                  <a:schemeClr val="tx1"/>
                </a:solidFill>
                <a:latin typeface="Gotham" panose="02000604040000020004" pitchFamily="2" charset="0"/>
              </a:rPr>
              <a:t>- Convocatoria II/2021 </a:t>
            </a:r>
          </a:p>
          <a:p>
            <a:pPr marL="361950" indent="0" algn="just"/>
            <a:r>
              <a:rPr lang="es-MX" sz="1000" dirty="0">
                <a:solidFill>
                  <a:schemeClr val="tx1"/>
                </a:solidFill>
                <a:latin typeface="Gotham" panose="02000604040000020004" pitchFamily="2" charset="0"/>
              </a:rPr>
              <a:t>(Resolución N° 570/2022; Resolución N° 598/2022; Resolución N° 48/2023).</a:t>
            </a:r>
          </a:p>
          <a:p>
            <a:pPr marL="361950" indent="0" algn="just"/>
            <a:endParaRPr lang="es-MX" sz="1000" b="1" u="sng" dirty="0">
              <a:solidFill>
                <a:schemeClr val="tx1"/>
              </a:solidFill>
              <a:latin typeface="Gotham" panose="02000604040000020004" pitchFamily="2" charset="0"/>
            </a:endParaRPr>
          </a:p>
          <a:p>
            <a:pPr marL="361950" indent="0" algn="just"/>
            <a:r>
              <a:rPr lang="es-MX" sz="1000" b="1" u="sng" dirty="0">
                <a:solidFill>
                  <a:schemeClr val="tx1"/>
                </a:solidFill>
                <a:latin typeface="Gotham" panose="02000604040000020004" pitchFamily="2" charset="0"/>
              </a:rPr>
              <a:t>Investigadores categorizados en el Nivel 1 </a:t>
            </a:r>
            <a:r>
              <a:rPr lang="es-MX" sz="1000" dirty="0">
                <a:solidFill>
                  <a:schemeClr val="tx1"/>
                </a:solidFill>
                <a:latin typeface="Gotham" panose="02000604040000020004" pitchFamily="2" charset="0"/>
              </a:rPr>
              <a:t>- Convocatoria I/2022</a:t>
            </a:r>
          </a:p>
          <a:p>
            <a:pPr marL="361950" indent="0" algn="just"/>
            <a:r>
              <a:rPr lang="es-MX" sz="1000" dirty="0">
                <a:solidFill>
                  <a:schemeClr val="tx1"/>
                </a:solidFill>
                <a:latin typeface="Gotham" panose="02000604040000020004" pitchFamily="2" charset="0"/>
              </a:rPr>
              <a:t> (Resolución N° 90/2023; Resolución N°217/2023; Resolución N° 218/2023). </a:t>
            </a:r>
          </a:p>
          <a:p>
            <a:pPr marL="361950" indent="0" algn="just"/>
            <a:endParaRPr lang="es-MX" sz="1000" b="1" u="sng" dirty="0">
              <a:solidFill>
                <a:schemeClr val="tx1"/>
              </a:solidFill>
              <a:latin typeface="Gotham" panose="02000604040000020004" pitchFamily="2" charset="0"/>
            </a:endParaRPr>
          </a:p>
          <a:p>
            <a:pPr marL="361950" indent="0" algn="just"/>
            <a:r>
              <a:rPr lang="es-MX" sz="1000" b="1" u="sng" dirty="0">
                <a:solidFill>
                  <a:schemeClr val="tx1"/>
                </a:solidFill>
                <a:latin typeface="Gotham" panose="02000604040000020004" pitchFamily="2" charset="0"/>
              </a:rPr>
              <a:t>Investigadores categorizados en el Nivel 1 </a:t>
            </a:r>
            <a:r>
              <a:rPr lang="es-MX" sz="1000" dirty="0">
                <a:solidFill>
                  <a:schemeClr val="tx1"/>
                </a:solidFill>
                <a:latin typeface="Gotham" panose="02000604040000020004" pitchFamily="2" charset="0"/>
              </a:rPr>
              <a:t>- Convocatoria I/2023 (Resolución N° 627/2023; Resolución N° 74/2024).</a:t>
            </a:r>
          </a:p>
          <a:p>
            <a:pPr fontAlgn="base"/>
            <a:r>
              <a:rPr lang="es-MX" sz="1000" dirty="0"/>
              <a:t> </a:t>
            </a:r>
          </a:p>
        </p:txBody>
      </p:sp>
      <p:grpSp>
        <p:nvGrpSpPr>
          <p:cNvPr id="713" name="Google Shape;713;p41"/>
          <p:cNvGrpSpPr/>
          <p:nvPr/>
        </p:nvGrpSpPr>
        <p:grpSpPr>
          <a:xfrm>
            <a:off x="6215861" y="-928083"/>
            <a:ext cx="3190346" cy="5701611"/>
            <a:chOff x="6215861" y="-928083"/>
            <a:chExt cx="3190346" cy="5701611"/>
          </a:xfrm>
        </p:grpSpPr>
        <p:grpSp>
          <p:nvGrpSpPr>
            <p:cNvPr id="714" name="Google Shape;714;p41"/>
            <p:cNvGrpSpPr/>
            <p:nvPr/>
          </p:nvGrpSpPr>
          <p:grpSpPr>
            <a:xfrm>
              <a:off x="7188475" y="-928083"/>
              <a:ext cx="2217732" cy="4585721"/>
              <a:chOff x="7188475" y="-928083"/>
              <a:chExt cx="2217732" cy="4585721"/>
            </a:xfrm>
          </p:grpSpPr>
          <p:grpSp>
            <p:nvGrpSpPr>
              <p:cNvPr id="715" name="Google Shape;715;p41"/>
              <p:cNvGrpSpPr/>
              <p:nvPr/>
            </p:nvGrpSpPr>
            <p:grpSpPr>
              <a:xfrm flipH="1">
                <a:off x="8021384" y="-928083"/>
                <a:ext cx="1384823" cy="2299115"/>
                <a:chOff x="5009100" y="3247775"/>
                <a:chExt cx="1223450" cy="2031200"/>
              </a:xfrm>
            </p:grpSpPr>
            <p:sp>
              <p:nvSpPr>
                <p:cNvPr id="716" name="Google Shape;716;p41"/>
                <p:cNvSpPr/>
                <p:nvPr/>
              </p:nvSpPr>
              <p:spPr>
                <a:xfrm>
                  <a:off x="5216550" y="3247775"/>
                  <a:ext cx="1016000" cy="2031200"/>
                </a:xfrm>
                <a:custGeom>
                  <a:avLst/>
                  <a:gdLst/>
                  <a:ahLst/>
                  <a:cxnLst/>
                  <a:rect l="l" t="t" r="r" b="b"/>
                  <a:pathLst>
                    <a:path w="40640" h="81248" extrusionOk="0">
                      <a:moveTo>
                        <a:pt x="0" y="0"/>
                      </a:moveTo>
                      <a:lnTo>
                        <a:pt x="0" y="81247"/>
                      </a:lnTo>
                      <a:cubicBezTo>
                        <a:pt x="22432" y="81247"/>
                        <a:pt x="40639" y="63071"/>
                        <a:pt x="40639" y="40639"/>
                      </a:cubicBezTo>
                      <a:cubicBezTo>
                        <a:pt x="40639" y="18177"/>
                        <a:pt x="22432"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1"/>
                <p:cNvSpPr/>
                <p:nvPr/>
              </p:nvSpPr>
              <p:spPr>
                <a:xfrm>
                  <a:off x="5009100" y="3247775"/>
                  <a:ext cx="1016750" cy="2031200"/>
                </a:xfrm>
                <a:custGeom>
                  <a:avLst/>
                  <a:gdLst/>
                  <a:ahLst/>
                  <a:cxnLst/>
                  <a:rect l="l" t="t" r="r" b="b"/>
                  <a:pathLst>
                    <a:path w="40670" h="81248" fill="none" extrusionOk="0">
                      <a:moveTo>
                        <a:pt x="40670" y="40639"/>
                      </a:moveTo>
                      <a:cubicBezTo>
                        <a:pt x="40670" y="18177"/>
                        <a:pt x="22463" y="0"/>
                        <a:pt x="0" y="0"/>
                      </a:cubicBezTo>
                      <a:lnTo>
                        <a:pt x="0" y="81247"/>
                      </a:lnTo>
                      <a:cubicBezTo>
                        <a:pt x="22463" y="81247"/>
                        <a:pt x="40670" y="63071"/>
                        <a:pt x="40670" y="40639"/>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1"/>
              <p:cNvGrpSpPr/>
              <p:nvPr/>
            </p:nvGrpSpPr>
            <p:grpSpPr>
              <a:xfrm>
                <a:off x="7188475" y="200875"/>
                <a:ext cx="1869350" cy="1193825"/>
                <a:chOff x="4409550" y="557750"/>
                <a:chExt cx="1869350" cy="1193825"/>
              </a:xfrm>
            </p:grpSpPr>
            <p:sp>
              <p:nvSpPr>
                <p:cNvPr id="719" name="Google Shape;719;p41"/>
                <p:cNvSpPr/>
                <p:nvPr/>
              </p:nvSpPr>
              <p:spPr>
                <a:xfrm>
                  <a:off x="5340400" y="612475"/>
                  <a:ext cx="938500" cy="37250"/>
                </a:xfrm>
                <a:custGeom>
                  <a:avLst/>
                  <a:gdLst/>
                  <a:ahLst/>
                  <a:cxnLst/>
                  <a:rect l="l" t="t" r="r" b="b"/>
                  <a:pathLst>
                    <a:path w="37540" h="1490" extrusionOk="0">
                      <a:moveTo>
                        <a:pt x="1" y="0"/>
                      </a:moveTo>
                      <a:lnTo>
                        <a:pt x="1"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1"/>
                <p:cNvSpPr/>
                <p:nvPr/>
              </p:nvSpPr>
              <p:spPr>
                <a:xfrm>
                  <a:off x="5340400" y="704425"/>
                  <a:ext cx="938500" cy="37250"/>
                </a:xfrm>
                <a:custGeom>
                  <a:avLst/>
                  <a:gdLst/>
                  <a:ahLst/>
                  <a:cxnLst/>
                  <a:rect l="l" t="t" r="r" b="b"/>
                  <a:pathLst>
                    <a:path w="37540" h="1490" extrusionOk="0">
                      <a:moveTo>
                        <a:pt x="1" y="0"/>
                      </a:moveTo>
                      <a:lnTo>
                        <a:pt x="1" y="1489"/>
                      </a:lnTo>
                      <a:lnTo>
                        <a:pt x="37539" y="1489"/>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1"/>
                <p:cNvSpPr/>
                <p:nvPr/>
              </p:nvSpPr>
              <p:spPr>
                <a:xfrm>
                  <a:off x="5340400" y="797125"/>
                  <a:ext cx="938500" cy="36500"/>
                </a:xfrm>
                <a:custGeom>
                  <a:avLst/>
                  <a:gdLst/>
                  <a:ahLst/>
                  <a:cxnLst/>
                  <a:rect l="l" t="t" r="r" b="b"/>
                  <a:pathLst>
                    <a:path w="37540" h="1460" extrusionOk="0">
                      <a:moveTo>
                        <a:pt x="1" y="0"/>
                      </a:moveTo>
                      <a:lnTo>
                        <a:pt x="1" y="1459"/>
                      </a:lnTo>
                      <a:lnTo>
                        <a:pt x="37539" y="1459"/>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1"/>
                <p:cNvSpPr/>
                <p:nvPr/>
              </p:nvSpPr>
              <p:spPr>
                <a:xfrm>
                  <a:off x="5013650" y="557750"/>
                  <a:ext cx="589700" cy="589700"/>
                </a:xfrm>
                <a:custGeom>
                  <a:avLst/>
                  <a:gdLst/>
                  <a:ahLst/>
                  <a:cxnLst/>
                  <a:rect l="l" t="t" r="r" b="b"/>
                  <a:pathLst>
                    <a:path w="23588" h="23588" extrusionOk="0">
                      <a:moveTo>
                        <a:pt x="23588" y="1"/>
                      </a:moveTo>
                      <a:lnTo>
                        <a:pt x="23588" y="1"/>
                      </a:lnTo>
                      <a:cubicBezTo>
                        <a:pt x="669" y="852"/>
                        <a:pt x="1" y="23588"/>
                        <a:pt x="1" y="23588"/>
                      </a:cubicBezTo>
                      <a:cubicBezTo>
                        <a:pt x="21977" y="20913"/>
                        <a:pt x="23588" y="1"/>
                        <a:pt x="235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1"/>
                <p:cNvSpPr/>
                <p:nvPr/>
              </p:nvSpPr>
              <p:spPr>
                <a:xfrm>
                  <a:off x="5180825" y="723400"/>
                  <a:ext cx="241675" cy="241675"/>
                </a:xfrm>
                <a:custGeom>
                  <a:avLst/>
                  <a:gdLst/>
                  <a:ahLst/>
                  <a:cxnLst/>
                  <a:rect l="l" t="t" r="r" b="b"/>
                  <a:pathLst>
                    <a:path w="9667" h="9667" extrusionOk="0">
                      <a:moveTo>
                        <a:pt x="4834" y="1"/>
                      </a:moveTo>
                      <a:cubicBezTo>
                        <a:pt x="2159" y="1"/>
                        <a:pt x="1" y="2159"/>
                        <a:pt x="1" y="4834"/>
                      </a:cubicBezTo>
                      <a:cubicBezTo>
                        <a:pt x="1" y="7509"/>
                        <a:pt x="2159" y="9667"/>
                        <a:pt x="4834" y="9667"/>
                      </a:cubicBezTo>
                      <a:cubicBezTo>
                        <a:pt x="7508" y="9667"/>
                        <a:pt x="9666" y="7509"/>
                        <a:pt x="9666" y="4834"/>
                      </a:cubicBezTo>
                      <a:cubicBezTo>
                        <a:pt x="9666" y="2159"/>
                        <a:pt x="7508" y="1"/>
                        <a:pt x="4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1"/>
                <p:cNvSpPr/>
                <p:nvPr/>
              </p:nvSpPr>
              <p:spPr>
                <a:xfrm>
                  <a:off x="5253025" y="799975"/>
                  <a:ext cx="97275" cy="88550"/>
                </a:xfrm>
                <a:custGeom>
                  <a:avLst/>
                  <a:gdLst/>
                  <a:ahLst/>
                  <a:cxnLst/>
                  <a:rect l="l" t="t" r="r" b="b"/>
                  <a:pathLst>
                    <a:path w="3891" h="3542" extrusionOk="0">
                      <a:moveTo>
                        <a:pt x="1946" y="0"/>
                      </a:moveTo>
                      <a:cubicBezTo>
                        <a:pt x="1490" y="0"/>
                        <a:pt x="1034" y="175"/>
                        <a:pt x="699" y="525"/>
                      </a:cubicBezTo>
                      <a:cubicBezTo>
                        <a:pt x="0" y="1193"/>
                        <a:pt x="0" y="2348"/>
                        <a:pt x="699" y="3017"/>
                      </a:cubicBezTo>
                      <a:cubicBezTo>
                        <a:pt x="1034" y="3367"/>
                        <a:pt x="1482" y="3541"/>
                        <a:pt x="1934" y="3541"/>
                      </a:cubicBezTo>
                      <a:cubicBezTo>
                        <a:pt x="2386" y="3541"/>
                        <a:pt x="2842" y="3367"/>
                        <a:pt x="3192" y="3017"/>
                      </a:cubicBezTo>
                      <a:cubicBezTo>
                        <a:pt x="3891" y="2348"/>
                        <a:pt x="3891" y="1193"/>
                        <a:pt x="3192" y="525"/>
                      </a:cubicBezTo>
                      <a:cubicBezTo>
                        <a:pt x="2857" y="175"/>
                        <a:pt x="2402" y="0"/>
                        <a:pt x="1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1"/>
                <p:cNvSpPr/>
                <p:nvPr/>
              </p:nvSpPr>
              <p:spPr>
                <a:xfrm>
                  <a:off x="4414850" y="1156550"/>
                  <a:ext cx="589700" cy="590450"/>
                </a:xfrm>
                <a:custGeom>
                  <a:avLst/>
                  <a:gdLst/>
                  <a:ahLst/>
                  <a:cxnLst/>
                  <a:rect l="l" t="t" r="r" b="b"/>
                  <a:pathLst>
                    <a:path w="23588" h="23618" extrusionOk="0">
                      <a:moveTo>
                        <a:pt x="23588" y="0"/>
                      </a:moveTo>
                      <a:cubicBezTo>
                        <a:pt x="639" y="882"/>
                        <a:pt x="1" y="23618"/>
                        <a:pt x="1" y="23618"/>
                      </a:cubicBezTo>
                      <a:cubicBezTo>
                        <a:pt x="21946" y="20943"/>
                        <a:pt x="23588" y="1"/>
                        <a:pt x="235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1"/>
                <p:cNvSpPr/>
                <p:nvPr/>
              </p:nvSpPr>
              <p:spPr>
                <a:xfrm>
                  <a:off x="4580525" y="1322975"/>
                  <a:ext cx="241650" cy="240900"/>
                </a:xfrm>
                <a:custGeom>
                  <a:avLst/>
                  <a:gdLst/>
                  <a:ahLst/>
                  <a:cxnLst/>
                  <a:rect l="l" t="t" r="r" b="b"/>
                  <a:pathLst>
                    <a:path w="9666" h="9636" extrusionOk="0">
                      <a:moveTo>
                        <a:pt x="4833" y="0"/>
                      </a:moveTo>
                      <a:cubicBezTo>
                        <a:pt x="2158" y="0"/>
                        <a:pt x="0" y="2158"/>
                        <a:pt x="0" y="4833"/>
                      </a:cubicBezTo>
                      <a:cubicBezTo>
                        <a:pt x="0" y="7477"/>
                        <a:pt x="2158" y="9635"/>
                        <a:pt x="4833" y="9635"/>
                      </a:cubicBezTo>
                      <a:cubicBezTo>
                        <a:pt x="7508" y="9635"/>
                        <a:pt x="9666" y="7477"/>
                        <a:pt x="9666" y="4833"/>
                      </a:cubicBezTo>
                      <a:cubicBezTo>
                        <a:pt x="9666" y="2158"/>
                        <a:pt x="7508" y="0"/>
                        <a:pt x="4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p:cNvSpPr/>
                <p:nvPr/>
              </p:nvSpPr>
              <p:spPr>
                <a:xfrm>
                  <a:off x="4654225" y="1399525"/>
                  <a:ext cx="96525" cy="88550"/>
                </a:xfrm>
                <a:custGeom>
                  <a:avLst/>
                  <a:gdLst/>
                  <a:ahLst/>
                  <a:cxnLst/>
                  <a:rect l="l" t="t" r="r" b="b"/>
                  <a:pathLst>
                    <a:path w="3861" h="3542" extrusionOk="0">
                      <a:moveTo>
                        <a:pt x="1931" y="0"/>
                      </a:moveTo>
                      <a:cubicBezTo>
                        <a:pt x="1475" y="0"/>
                        <a:pt x="1019" y="175"/>
                        <a:pt x="669" y="525"/>
                      </a:cubicBezTo>
                      <a:cubicBezTo>
                        <a:pt x="0" y="1193"/>
                        <a:pt x="0" y="2348"/>
                        <a:pt x="669" y="3017"/>
                      </a:cubicBezTo>
                      <a:cubicBezTo>
                        <a:pt x="1019" y="3367"/>
                        <a:pt x="1467" y="3541"/>
                        <a:pt x="1919" y="3541"/>
                      </a:cubicBezTo>
                      <a:cubicBezTo>
                        <a:pt x="2371" y="3541"/>
                        <a:pt x="2827" y="3367"/>
                        <a:pt x="3192" y="3017"/>
                      </a:cubicBezTo>
                      <a:cubicBezTo>
                        <a:pt x="3861" y="2348"/>
                        <a:pt x="3861" y="1193"/>
                        <a:pt x="3192" y="525"/>
                      </a:cubicBezTo>
                      <a:cubicBezTo>
                        <a:pt x="2842" y="175"/>
                        <a:pt x="2387" y="0"/>
                        <a:pt x="1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 name="Google Shape;728;p41"/>
                <p:cNvGrpSpPr/>
                <p:nvPr/>
              </p:nvGrpSpPr>
              <p:grpSpPr>
                <a:xfrm>
                  <a:off x="4409550" y="562325"/>
                  <a:ext cx="590450" cy="589675"/>
                  <a:chOff x="4409550" y="562325"/>
                  <a:chExt cx="590450" cy="589675"/>
                </a:xfrm>
              </p:grpSpPr>
              <p:sp>
                <p:nvSpPr>
                  <p:cNvPr id="729" name="Google Shape;729;p41"/>
                  <p:cNvSpPr/>
                  <p:nvPr/>
                </p:nvSpPr>
                <p:spPr>
                  <a:xfrm>
                    <a:off x="4409550" y="562325"/>
                    <a:ext cx="590450" cy="589675"/>
                  </a:xfrm>
                  <a:custGeom>
                    <a:avLst/>
                    <a:gdLst/>
                    <a:ahLst/>
                    <a:cxnLst/>
                    <a:rect l="l" t="t" r="r" b="b"/>
                    <a:pathLst>
                      <a:path w="23618" h="23587" extrusionOk="0">
                        <a:moveTo>
                          <a:pt x="0" y="0"/>
                        </a:moveTo>
                        <a:cubicBezTo>
                          <a:pt x="881" y="22949"/>
                          <a:pt x="23617" y="23587"/>
                          <a:pt x="23617" y="23587"/>
                        </a:cubicBezTo>
                        <a:cubicBezTo>
                          <a:pt x="20943" y="1642"/>
                          <a:pt x="1"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p:cNvSpPr/>
                  <p:nvPr/>
                </p:nvSpPr>
                <p:spPr>
                  <a:xfrm>
                    <a:off x="4575950" y="744675"/>
                    <a:ext cx="240925" cy="240925"/>
                  </a:xfrm>
                  <a:custGeom>
                    <a:avLst/>
                    <a:gdLst/>
                    <a:ahLst/>
                    <a:cxnLst/>
                    <a:rect l="l" t="t" r="r" b="b"/>
                    <a:pathLst>
                      <a:path w="9637" h="9637" extrusionOk="0">
                        <a:moveTo>
                          <a:pt x="4834" y="1"/>
                        </a:moveTo>
                        <a:cubicBezTo>
                          <a:pt x="2159" y="1"/>
                          <a:pt x="1" y="2159"/>
                          <a:pt x="1" y="4834"/>
                        </a:cubicBezTo>
                        <a:cubicBezTo>
                          <a:pt x="1" y="7478"/>
                          <a:pt x="2159" y="9636"/>
                          <a:pt x="4834" y="9636"/>
                        </a:cubicBezTo>
                        <a:cubicBezTo>
                          <a:pt x="7478" y="9636"/>
                          <a:pt x="9636" y="7478"/>
                          <a:pt x="9636" y="4834"/>
                        </a:cubicBezTo>
                        <a:cubicBezTo>
                          <a:pt x="9636" y="2159"/>
                          <a:pt x="7478" y="1"/>
                          <a:pt x="4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p:cNvSpPr/>
                  <p:nvPr/>
                </p:nvSpPr>
                <p:spPr>
                  <a:xfrm>
                    <a:off x="4648150" y="820300"/>
                    <a:ext cx="97275" cy="88175"/>
                  </a:xfrm>
                  <a:custGeom>
                    <a:avLst/>
                    <a:gdLst/>
                    <a:ahLst/>
                    <a:cxnLst/>
                    <a:rect l="l" t="t" r="r" b="b"/>
                    <a:pathLst>
                      <a:path w="3891" h="3527" extrusionOk="0">
                        <a:moveTo>
                          <a:pt x="1946" y="0"/>
                        </a:moveTo>
                        <a:cubicBezTo>
                          <a:pt x="1490" y="0"/>
                          <a:pt x="1034" y="168"/>
                          <a:pt x="699" y="502"/>
                        </a:cubicBezTo>
                        <a:cubicBezTo>
                          <a:pt x="0" y="1201"/>
                          <a:pt x="0" y="2326"/>
                          <a:pt x="699" y="3025"/>
                        </a:cubicBezTo>
                        <a:cubicBezTo>
                          <a:pt x="1034" y="3359"/>
                          <a:pt x="1490" y="3526"/>
                          <a:pt x="1946" y="3526"/>
                        </a:cubicBezTo>
                        <a:cubicBezTo>
                          <a:pt x="2402" y="3526"/>
                          <a:pt x="2857" y="3359"/>
                          <a:pt x="3192" y="3025"/>
                        </a:cubicBezTo>
                        <a:cubicBezTo>
                          <a:pt x="3891" y="2326"/>
                          <a:pt x="3891" y="1231"/>
                          <a:pt x="3192" y="502"/>
                        </a:cubicBezTo>
                        <a:cubicBezTo>
                          <a:pt x="2857" y="168"/>
                          <a:pt x="2402" y="0"/>
                          <a:pt x="1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2" name="Google Shape;732;p41"/>
                <p:cNvSpPr/>
                <p:nvPr/>
              </p:nvSpPr>
              <p:spPr>
                <a:xfrm>
                  <a:off x="5009100" y="1161875"/>
                  <a:ext cx="589700" cy="589700"/>
                </a:xfrm>
                <a:custGeom>
                  <a:avLst/>
                  <a:gdLst/>
                  <a:ahLst/>
                  <a:cxnLst/>
                  <a:rect l="l" t="t" r="r" b="b"/>
                  <a:pathLst>
                    <a:path w="23588" h="23588" extrusionOk="0">
                      <a:moveTo>
                        <a:pt x="0" y="0"/>
                      </a:moveTo>
                      <a:lnTo>
                        <a:pt x="0" y="0"/>
                      </a:lnTo>
                      <a:cubicBezTo>
                        <a:pt x="912" y="22949"/>
                        <a:pt x="23587" y="23587"/>
                        <a:pt x="23587" y="23587"/>
                      </a:cubicBezTo>
                      <a:cubicBezTo>
                        <a:pt x="20943" y="1611"/>
                        <a:pt x="1"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1"/>
                <p:cNvSpPr/>
                <p:nvPr/>
              </p:nvSpPr>
              <p:spPr>
                <a:xfrm>
                  <a:off x="5176275" y="1344250"/>
                  <a:ext cx="240900" cy="240900"/>
                </a:xfrm>
                <a:custGeom>
                  <a:avLst/>
                  <a:gdLst/>
                  <a:ahLst/>
                  <a:cxnLst/>
                  <a:rect l="l" t="t" r="r" b="b"/>
                  <a:pathLst>
                    <a:path w="9636" h="9636" extrusionOk="0">
                      <a:moveTo>
                        <a:pt x="4833" y="0"/>
                      </a:moveTo>
                      <a:cubicBezTo>
                        <a:pt x="2158" y="0"/>
                        <a:pt x="0" y="2158"/>
                        <a:pt x="0" y="4803"/>
                      </a:cubicBezTo>
                      <a:cubicBezTo>
                        <a:pt x="0" y="7477"/>
                        <a:pt x="2158" y="9635"/>
                        <a:pt x="4833" y="9635"/>
                      </a:cubicBezTo>
                      <a:cubicBezTo>
                        <a:pt x="7478" y="9635"/>
                        <a:pt x="9636" y="7477"/>
                        <a:pt x="9636" y="4803"/>
                      </a:cubicBezTo>
                      <a:cubicBezTo>
                        <a:pt x="9636" y="2158"/>
                        <a:pt x="7478" y="0"/>
                        <a:pt x="4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1"/>
                <p:cNvSpPr/>
                <p:nvPr/>
              </p:nvSpPr>
              <p:spPr>
                <a:xfrm>
                  <a:off x="5248450" y="1420600"/>
                  <a:ext cx="97300" cy="88175"/>
                </a:xfrm>
                <a:custGeom>
                  <a:avLst/>
                  <a:gdLst/>
                  <a:ahLst/>
                  <a:cxnLst/>
                  <a:rect l="l" t="t" r="r" b="b"/>
                  <a:pathLst>
                    <a:path w="3892" h="3527" extrusionOk="0">
                      <a:moveTo>
                        <a:pt x="1946" y="1"/>
                      </a:moveTo>
                      <a:cubicBezTo>
                        <a:pt x="1490" y="1"/>
                        <a:pt x="1034" y="168"/>
                        <a:pt x="700" y="502"/>
                      </a:cubicBezTo>
                      <a:cubicBezTo>
                        <a:pt x="1" y="1201"/>
                        <a:pt x="1" y="2326"/>
                        <a:pt x="700" y="3025"/>
                      </a:cubicBezTo>
                      <a:cubicBezTo>
                        <a:pt x="1034" y="3360"/>
                        <a:pt x="1490" y="3527"/>
                        <a:pt x="1946" y="3527"/>
                      </a:cubicBezTo>
                      <a:cubicBezTo>
                        <a:pt x="2402" y="3527"/>
                        <a:pt x="2858" y="3360"/>
                        <a:pt x="3192" y="3025"/>
                      </a:cubicBezTo>
                      <a:cubicBezTo>
                        <a:pt x="3892" y="2326"/>
                        <a:pt x="3892" y="1201"/>
                        <a:pt x="3192" y="502"/>
                      </a:cubicBezTo>
                      <a:cubicBezTo>
                        <a:pt x="2858" y="168"/>
                        <a:pt x="2402" y="1"/>
                        <a:pt x="19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41"/>
              <p:cNvGrpSpPr/>
              <p:nvPr/>
            </p:nvGrpSpPr>
            <p:grpSpPr>
              <a:xfrm>
                <a:off x="8110150" y="3112013"/>
                <a:ext cx="627700" cy="545625"/>
                <a:chOff x="8110150" y="3112013"/>
                <a:chExt cx="627700" cy="545625"/>
              </a:xfrm>
            </p:grpSpPr>
            <p:sp>
              <p:nvSpPr>
                <p:cNvPr id="736" name="Google Shape;736;p41"/>
                <p:cNvSpPr/>
                <p:nvPr/>
              </p:nvSpPr>
              <p:spPr>
                <a:xfrm flipH="1">
                  <a:off x="8465775" y="3112013"/>
                  <a:ext cx="272075" cy="544100"/>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flipH="1">
                  <a:off x="8110150" y="3112013"/>
                  <a:ext cx="272825" cy="545625"/>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8" name="Google Shape;738;p41"/>
            <p:cNvGrpSpPr/>
            <p:nvPr/>
          </p:nvGrpSpPr>
          <p:grpSpPr>
            <a:xfrm>
              <a:off x="6215861" y="4364225"/>
              <a:ext cx="420225" cy="409303"/>
              <a:chOff x="6318400" y="3461300"/>
              <a:chExt cx="379950" cy="370075"/>
            </a:xfrm>
          </p:grpSpPr>
          <p:sp>
            <p:nvSpPr>
              <p:cNvPr id="739" name="Google Shape;739;p41"/>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1"/>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1"/>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1"/>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1"/>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0190F4AB-069A-82AD-C7EC-8EEA8027497D}"/>
              </a:ext>
            </a:extLst>
          </p:cNvPr>
          <p:cNvPicPr>
            <a:picLocks noChangeAspect="1"/>
          </p:cNvPicPr>
          <p:nvPr/>
        </p:nvPicPr>
        <p:blipFill>
          <a:blip r:embed="rId3"/>
          <a:stretch>
            <a:fillRect/>
          </a:stretch>
        </p:blipFill>
        <p:spPr>
          <a:xfrm>
            <a:off x="5942943" y="1516181"/>
            <a:ext cx="1685459" cy="23824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0">
          <a:extLst>
            <a:ext uri="{FF2B5EF4-FFF2-40B4-BE49-F238E27FC236}">
              <a16:creationId xmlns:a16="http://schemas.microsoft.com/office/drawing/2014/main" id="{8F3C3A3E-2D17-B9A4-0C04-8B6468148B9D}"/>
            </a:ext>
          </a:extLst>
        </p:cNvPr>
        <p:cNvGrpSpPr/>
        <p:nvPr/>
      </p:nvGrpSpPr>
      <p:grpSpPr>
        <a:xfrm>
          <a:off x="0" y="0"/>
          <a:ext cx="0" cy="0"/>
          <a:chOff x="0" y="0"/>
          <a:chExt cx="0" cy="0"/>
        </a:xfrm>
      </p:grpSpPr>
      <p:sp>
        <p:nvSpPr>
          <p:cNvPr id="711" name="Google Shape;711;p41">
            <a:extLst>
              <a:ext uri="{FF2B5EF4-FFF2-40B4-BE49-F238E27FC236}">
                <a16:creationId xmlns:a16="http://schemas.microsoft.com/office/drawing/2014/main" id="{5EDFB09A-F59D-28C1-BE16-35934F453BDF}"/>
              </a:ext>
            </a:extLst>
          </p:cNvPr>
          <p:cNvSpPr txBox="1">
            <a:spLocks noGrp="1"/>
          </p:cNvSpPr>
          <p:nvPr>
            <p:ph type="title"/>
          </p:nvPr>
        </p:nvSpPr>
        <p:spPr>
          <a:xfrm>
            <a:off x="1151417" y="318706"/>
            <a:ext cx="6401795" cy="646903"/>
          </a:xfrm>
          <a:prstGeom prst="rect">
            <a:avLst/>
          </a:prstGeom>
        </p:spPr>
        <p:txBody>
          <a:bodyPr spcFirstLastPara="1" wrap="square" lIns="91425" tIns="91425" rIns="91425" bIns="91425" anchor="t" anchorCtr="0">
            <a:noAutofit/>
          </a:bodyPr>
          <a:lstStyle/>
          <a:p>
            <a:pPr lvl="0"/>
            <a:r>
              <a:rPr lang="es-ES" altLang="es-ES" sz="3500" dirty="0"/>
              <a:t>Datos relevantes:</a:t>
            </a:r>
            <a:br>
              <a:rPr lang="es-ES" altLang="es-ES" sz="3500" dirty="0"/>
            </a:br>
            <a:endParaRPr sz="3500" dirty="0"/>
          </a:p>
        </p:txBody>
      </p:sp>
      <p:sp>
        <p:nvSpPr>
          <p:cNvPr id="712" name="Google Shape;712;p41">
            <a:extLst>
              <a:ext uri="{FF2B5EF4-FFF2-40B4-BE49-F238E27FC236}">
                <a16:creationId xmlns:a16="http://schemas.microsoft.com/office/drawing/2014/main" id="{99C6CC9E-52F4-BAB2-4762-FBF60550F7D0}"/>
              </a:ext>
            </a:extLst>
          </p:cNvPr>
          <p:cNvSpPr txBox="1">
            <a:spLocks noGrp="1"/>
          </p:cNvSpPr>
          <p:nvPr>
            <p:ph type="subTitle" idx="1"/>
          </p:nvPr>
        </p:nvSpPr>
        <p:spPr>
          <a:xfrm>
            <a:off x="649465" y="1147652"/>
            <a:ext cx="5020234" cy="2639859"/>
          </a:xfrm>
          <a:prstGeom prst="rect">
            <a:avLst/>
          </a:prstGeom>
        </p:spPr>
        <p:txBody>
          <a:bodyPr spcFirstLastPara="1" wrap="square" lIns="91425" tIns="91425" rIns="91425" bIns="91425" anchor="t" anchorCtr="0">
            <a:noAutofit/>
          </a:bodyPr>
          <a:lstStyle/>
          <a:p>
            <a:pPr algn="just" fontAlgn="base"/>
            <a:r>
              <a:rPr lang="es-MX" sz="1000" dirty="0">
                <a:solidFill>
                  <a:schemeClr val="accent1">
                    <a:lumMod val="75000"/>
                  </a:schemeClr>
                </a:solidFill>
                <a:latin typeface="Gotham" panose="02000604040000020004" pitchFamily="2" charset="0"/>
              </a:rPr>
              <a:t>1</a:t>
            </a:r>
            <a:r>
              <a:rPr lang="es-MX" sz="1200" dirty="0">
                <a:solidFill>
                  <a:schemeClr val="accent1">
                    <a:lumMod val="75000"/>
                  </a:schemeClr>
                </a:solidFill>
                <a:latin typeface="Gotham" panose="02000604040000020004" pitchFamily="2" charset="0"/>
              </a:rPr>
              <a:t>)  La CCH, solicitó al equipo técnico  buscar un mecanismos para que, de manera aleatoria, sean seleccionados los posibles miembros que conformen las distintas comisiones técnicas de área.</a:t>
            </a:r>
          </a:p>
          <a:p>
            <a:pPr algn="just" fontAlgn="base"/>
            <a:endParaRPr lang="es-MX" sz="1200" dirty="0">
              <a:solidFill>
                <a:schemeClr val="accent1">
                  <a:lumMod val="75000"/>
                </a:schemeClr>
              </a:solidFill>
              <a:latin typeface="Gotham" panose="02000604040000020004" pitchFamily="2" charset="0"/>
            </a:endParaRPr>
          </a:p>
          <a:p>
            <a:pPr algn="just" fontAlgn="base"/>
            <a:r>
              <a:rPr lang="es-ES" sz="1200" dirty="0">
                <a:solidFill>
                  <a:schemeClr val="accent1">
                    <a:lumMod val="75000"/>
                  </a:schemeClr>
                </a:solidFill>
                <a:latin typeface="Gotham" panose="02000604040000020004" pitchFamily="2" charset="0"/>
              </a:rPr>
              <a:t>2) Para el efecto se utilizó la aplicación Wheel Decide, algunos parámetros utilizados fueron la nómina de investigadores habilitados para integrar las respectivas Comisiones Técnicas de Área, el contar con el grado académico de doctorado concluido, etc. </a:t>
            </a:r>
            <a:endParaRPr lang="es-MX" sz="1200" dirty="0">
              <a:solidFill>
                <a:schemeClr val="accent1">
                  <a:lumMod val="75000"/>
                </a:schemeClr>
              </a:solidFill>
              <a:latin typeface="Gotham" panose="02000604040000020004" pitchFamily="2" charset="0"/>
            </a:endParaRPr>
          </a:p>
          <a:p>
            <a:pPr algn="just" fontAlgn="base"/>
            <a:r>
              <a:rPr lang="es-MX" sz="1000" dirty="0"/>
              <a:t> </a:t>
            </a:r>
          </a:p>
        </p:txBody>
      </p:sp>
      <p:grpSp>
        <p:nvGrpSpPr>
          <p:cNvPr id="713" name="Google Shape;713;p41">
            <a:extLst>
              <a:ext uri="{FF2B5EF4-FFF2-40B4-BE49-F238E27FC236}">
                <a16:creationId xmlns:a16="http://schemas.microsoft.com/office/drawing/2014/main" id="{4A6A8D2A-65F2-543A-1384-B570359C167A}"/>
              </a:ext>
            </a:extLst>
          </p:cNvPr>
          <p:cNvGrpSpPr/>
          <p:nvPr/>
        </p:nvGrpSpPr>
        <p:grpSpPr>
          <a:xfrm>
            <a:off x="6955866" y="-73253"/>
            <a:ext cx="2283902" cy="5150944"/>
            <a:chOff x="6215861" y="-928083"/>
            <a:chExt cx="3190346" cy="5701611"/>
          </a:xfrm>
        </p:grpSpPr>
        <p:grpSp>
          <p:nvGrpSpPr>
            <p:cNvPr id="714" name="Google Shape;714;p41">
              <a:extLst>
                <a:ext uri="{FF2B5EF4-FFF2-40B4-BE49-F238E27FC236}">
                  <a16:creationId xmlns:a16="http://schemas.microsoft.com/office/drawing/2014/main" id="{22C394FC-917E-98B1-1979-C11EDB84A4D1}"/>
                </a:ext>
              </a:extLst>
            </p:cNvPr>
            <p:cNvGrpSpPr/>
            <p:nvPr/>
          </p:nvGrpSpPr>
          <p:grpSpPr>
            <a:xfrm>
              <a:off x="7188475" y="-928083"/>
              <a:ext cx="2217732" cy="4585721"/>
              <a:chOff x="7188475" y="-928083"/>
              <a:chExt cx="2217732" cy="4585721"/>
            </a:xfrm>
          </p:grpSpPr>
          <p:grpSp>
            <p:nvGrpSpPr>
              <p:cNvPr id="715" name="Google Shape;715;p41">
                <a:extLst>
                  <a:ext uri="{FF2B5EF4-FFF2-40B4-BE49-F238E27FC236}">
                    <a16:creationId xmlns:a16="http://schemas.microsoft.com/office/drawing/2014/main" id="{EB9577BE-A86A-050D-49B5-D814082DA60D}"/>
                  </a:ext>
                </a:extLst>
              </p:cNvPr>
              <p:cNvGrpSpPr/>
              <p:nvPr/>
            </p:nvGrpSpPr>
            <p:grpSpPr>
              <a:xfrm flipH="1">
                <a:off x="8021384" y="-928083"/>
                <a:ext cx="1384823" cy="2299115"/>
                <a:chOff x="5009100" y="3247775"/>
                <a:chExt cx="1223450" cy="2031200"/>
              </a:xfrm>
            </p:grpSpPr>
            <p:sp>
              <p:nvSpPr>
                <p:cNvPr id="716" name="Google Shape;716;p41">
                  <a:extLst>
                    <a:ext uri="{FF2B5EF4-FFF2-40B4-BE49-F238E27FC236}">
                      <a16:creationId xmlns:a16="http://schemas.microsoft.com/office/drawing/2014/main" id="{96DCD5DA-4CAA-A158-285E-983B4F485C51}"/>
                    </a:ext>
                  </a:extLst>
                </p:cNvPr>
                <p:cNvSpPr/>
                <p:nvPr/>
              </p:nvSpPr>
              <p:spPr>
                <a:xfrm>
                  <a:off x="5216550" y="3247775"/>
                  <a:ext cx="1016000" cy="2031200"/>
                </a:xfrm>
                <a:custGeom>
                  <a:avLst/>
                  <a:gdLst/>
                  <a:ahLst/>
                  <a:cxnLst/>
                  <a:rect l="l" t="t" r="r" b="b"/>
                  <a:pathLst>
                    <a:path w="40640" h="81248" extrusionOk="0">
                      <a:moveTo>
                        <a:pt x="0" y="0"/>
                      </a:moveTo>
                      <a:lnTo>
                        <a:pt x="0" y="81247"/>
                      </a:lnTo>
                      <a:cubicBezTo>
                        <a:pt x="22432" y="81247"/>
                        <a:pt x="40639" y="63071"/>
                        <a:pt x="40639" y="40639"/>
                      </a:cubicBezTo>
                      <a:cubicBezTo>
                        <a:pt x="40639" y="18177"/>
                        <a:pt x="22432"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1">
                  <a:extLst>
                    <a:ext uri="{FF2B5EF4-FFF2-40B4-BE49-F238E27FC236}">
                      <a16:creationId xmlns:a16="http://schemas.microsoft.com/office/drawing/2014/main" id="{F3D2190A-D38D-96B7-B250-BF0ADFBC0ABF}"/>
                    </a:ext>
                  </a:extLst>
                </p:cNvPr>
                <p:cNvSpPr/>
                <p:nvPr/>
              </p:nvSpPr>
              <p:spPr>
                <a:xfrm>
                  <a:off x="5009100" y="3247775"/>
                  <a:ext cx="1016750" cy="2031200"/>
                </a:xfrm>
                <a:custGeom>
                  <a:avLst/>
                  <a:gdLst/>
                  <a:ahLst/>
                  <a:cxnLst/>
                  <a:rect l="l" t="t" r="r" b="b"/>
                  <a:pathLst>
                    <a:path w="40670" h="81248" fill="none" extrusionOk="0">
                      <a:moveTo>
                        <a:pt x="40670" y="40639"/>
                      </a:moveTo>
                      <a:cubicBezTo>
                        <a:pt x="40670" y="18177"/>
                        <a:pt x="22463" y="0"/>
                        <a:pt x="0" y="0"/>
                      </a:cubicBezTo>
                      <a:lnTo>
                        <a:pt x="0" y="81247"/>
                      </a:lnTo>
                      <a:cubicBezTo>
                        <a:pt x="22463" y="81247"/>
                        <a:pt x="40670" y="63071"/>
                        <a:pt x="40670" y="40639"/>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1">
                <a:extLst>
                  <a:ext uri="{FF2B5EF4-FFF2-40B4-BE49-F238E27FC236}">
                    <a16:creationId xmlns:a16="http://schemas.microsoft.com/office/drawing/2014/main" id="{077E45BE-D980-F099-3EFC-ED95818501F7}"/>
                  </a:ext>
                </a:extLst>
              </p:cNvPr>
              <p:cNvGrpSpPr/>
              <p:nvPr/>
            </p:nvGrpSpPr>
            <p:grpSpPr>
              <a:xfrm>
                <a:off x="7188475" y="200875"/>
                <a:ext cx="1869350" cy="1193825"/>
                <a:chOff x="4409550" y="557750"/>
                <a:chExt cx="1869350" cy="1193825"/>
              </a:xfrm>
            </p:grpSpPr>
            <p:sp>
              <p:nvSpPr>
                <p:cNvPr id="719" name="Google Shape;719;p41">
                  <a:extLst>
                    <a:ext uri="{FF2B5EF4-FFF2-40B4-BE49-F238E27FC236}">
                      <a16:creationId xmlns:a16="http://schemas.microsoft.com/office/drawing/2014/main" id="{942E9182-8A4F-304E-2D08-8A13F0020596}"/>
                    </a:ext>
                  </a:extLst>
                </p:cNvPr>
                <p:cNvSpPr/>
                <p:nvPr/>
              </p:nvSpPr>
              <p:spPr>
                <a:xfrm>
                  <a:off x="5340400" y="612475"/>
                  <a:ext cx="938500" cy="37250"/>
                </a:xfrm>
                <a:custGeom>
                  <a:avLst/>
                  <a:gdLst/>
                  <a:ahLst/>
                  <a:cxnLst/>
                  <a:rect l="l" t="t" r="r" b="b"/>
                  <a:pathLst>
                    <a:path w="37540" h="1490" extrusionOk="0">
                      <a:moveTo>
                        <a:pt x="1" y="0"/>
                      </a:moveTo>
                      <a:lnTo>
                        <a:pt x="1"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1">
                  <a:extLst>
                    <a:ext uri="{FF2B5EF4-FFF2-40B4-BE49-F238E27FC236}">
                      <a16:creationId xmlns:a16="http://schemas.microsoft.com/office/drawing/2014/main" id="{CD689ED9-DC79-7A9E-72BC-18F7B5D28130}"/>
                    </a:ext>
                  </a:extLst>
                </p:cNvPr>
                <p:cNvSpPr/>
                <p:nvPr/>
              </p:nvSpPr>
              <p:spPr>
                <a:xfrm>
                  <a:off x="5340400" y="704425"/>
                  <a:ext cx="938500" cy="37250"/>
                </a:xfrm>
                <a:custGeom>
                  <a:avLst/>
                  <a:gdLst/>
                  <a:ahLst/>
                  <a:cxnLst/>
                  <a:rect l="l" t="t" r="r" b="b"/>
                  <a:pathLst>
                    <a:path w="37540" h="1490" extrusionOk="0">
                      <a:moveTo>
                        <a:pt x="1" y="0"/>
                      </a:moveTo>
                      <a:lnTo>
                        <a:pt x="1" y="1489"/>
                      </a:lnTo>
                      <a:lnTo>
                        <a:pt x="37539" y="1489"/>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1">
                  <a:extLst>
                    <a:ext uri="{FF2B5EF4-FFF2-40B4-BE49-F238E27FC236}">
                      <a16:creationId xmlns:a16="http://schemas.microsoft.com/office/drawing/2014/main" id="{53DBF5AC-84F0-6AA1-9562-48FC2E50503E}"/>
                    </a:ext>
                  </a:extLst>
                </p:cNvPr>
                <p:cNvSpPr/>
                <p:nvPr/>
              </p:nvSpPr>
              <p:spPr>
                <a:xfrm>
                  <a:off x="5340400" y="797125"/>
                  <a:ext cx="938500" cy="36500"/>
                </a:xfrm>
                <a:custGeom>
                  <a:avLst/>
                  <a:gdLst/>
                  <a:ahLst/>
                  <a:cxnLst/>
                  <a:rect l="l" t="t" r="r" b="b"/>
                  <a:pathLst>
                    <a:path w="37540" h="1460" extrusionOk="0">
                      <a:moveTo>
                        <a:pt x="1" y="0"/>
                      </a:moveTo>
                      <a:lnTo>
                        <a:pt x="1" y="1459"/>
                      </a:lnTo>
                      <a:lnTo>
                        <a:pt x="37539" y="1459"/>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1">
                  <a:extLst>
                    <a:ext uri="{FF2B5EF4-FFF2-40B4-BE49-F238E27FC236}">
                      <a16:creationId xmlns:a16="http://schemas.microsoft.com/office/drawing/2014/main" id="{7EB171AA-A48F-4CFA-B273-5245AC39AA73}"/>
                    </a:ext>
                  </a:extLst>
                </p:cNvPr>
                <p:cNvSpPr/>
                <p:nvPr/>
              </p:nvSpPr>
              <p:spPr>
                <a:xfrm>
                  <a:off x="5013650" y="557750"/>
                  <a:ext cx="589700" cy="589700"/>
                </a:xfrm>
                <a:custGeom>
                  <a:avLst/>
                  <a:gdLst/>
                  <a:ahLst/>
                  <a:cxnLst/>
                  <a:rect l="l" t="t" r="r" b="b"/>
                  <a:pathLst>
                    <a:path w="23588" h="23588" extrusionOk="0">
                      <a:moveTo>
                        <a:pt x="23588" y="1"/>
                      </a:moveTo>
                      <a:lnTo>
                        <a:pt x="23588" y="1"/>
                      </a:lnTo>
                      <a:cubicBezTo>
                        <a:pt x="669" y="852"/>
                        <a:pt x="1" y="23588"/>
                        <a:pt x="1" y="23588"/>
                      </a:cubicBezTo>
                      <a:cubicBezTo>
                        <a:pt x="21977" y="20913"/>
                        <a:pt x="23588" y="1"/>
                        <a:pt x="235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1">
                  <a:extLst>
                    <a:ext uri="{FF2B5EF4-FFF2-40B4-BE49-F238E27FC236}">
                      <a16:creationId xmlns:a16="http://schemas.microsoft.com/office/drawing/2014/main" id="{A1E38D31-58A0-0D6A-32C1-AECC2E90ABB9}"/>
                    </a:ext>
                  </a:extLst>
                </p:cNvPr>
                <p:cNvSpPr/>
                <p:nvPr/>
              </p:nvSpPr>
              <p:spPr>
                <a:xfrm>
                  <a:off x="5180825" y="723400"/>
                  <a:ext cx="241675" cy="241675"/>
                </a:xfrm>
                <a:custGeom>
                  <a:avLst/>
                  <a:gdLst/>
                  <a:ahLst/>
                  <a:cxnLst/>
                  <a:rect l="l" t="t" r="r" b="b"/>
                  <a:pathLst>
                    <a:path w="9667" h="9667" extrusionOk="0">
                      <a:moveTo>
                        <a:pt x="4834" y="1"/>
                      </a:moveTo>
                      <a:cubicBezTo>
                        <a:pt x="2159" y="1"/>
                        <a:pt x="1" y="2159"/>
                        <a:pt x="1" y="4834"/>
                      </a:cubicBezTo>
                      <a:cubicBezTo>
                        <a:pt x="1" y="7509"/>
                        <a:pt x="2159" y="9667"/>
                        <a:pt x="4834" y="9667"/>
                      </a:cubicBezTo>
                      <a:cubicBezTo>
                        <a:pt x="7508" y="9667"/>
                        <a:pt x="9666" y="7509"/>
                        <a:pt x="9666" y="4834"/>
                      </a:cubicBezTo>
                      <a:cubicBezTo>
                        <a:pt x="9666" y="2159"/>
                        <a:pt x="7508" y="1"/>
                        <a:pt x="4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1">
                  <a:extLst>
                    <a:ext uri="{FF2B5EF4-FFF2-40B4-BE49-F238E27FC236}">
                      <a16:creationId xmlns:a16="http://schemas.microsoft.com/office/drawing/2014/main" id="{DD4F4EB8-0760-4E28-605B-FC7E7106B9DC}"/>
                    </a:ext>
                  </a:extLst>
                </p:cNvPr>
                <p:cNvSpPr/>
                <p:nvPr/>
              </p:nvSpPr>
              <p:spPr>
                <a:xfrm>
                  <a:off x="5253025" y="799975"/>
                  <a:ext cx="97275" cy="88550"/>
                </a:xfrm>
                <a:custGeom>
                  <a:avLst/>
                  <a:gdLst/>
                  <a:ahLst/>
                  <a:cxnLst/>
                  <a:rect l="l" t="t" r="r" b="b"/>
                  <a:pathLst>
                    <a:path w="3891" h="3542" extrusionOk="0">
                      <a:moveTo>
                        <a:pt x="1946" y="0"/>
                      </a:moveTo>
                      <a:cubicBezTo>
                        <a:pt x="1490" y="0"/>
                        <a:pt x="1034" y="175"/>
                        <a:pt x="699" y="525"/>
                      </a:cubicBezTo>
                      <a:cubicBezTo>
                        <a:pt x="0" y="1193"/>
                        <a:pt x="0" y="2348"/>
                        <a:pt x="699" y="3017"/>
                      </a:cubicBezTo>
                      <a:cubicBezTo>
                        <a:pt x="1034" y="3367"/>
                        <a:pt x="1482" y="3541"/>
                        <a:pt x="1934" y="3541"/>
                      </a:cubicBezTo>
                      <a:cubicBezTo>
                        <a:pt x="2386" y="3541"/>
                        <a:pt x="2842" y="3367"/>
                        <a:pt x="3192" y="3017"/>
                      </a:cubicBezTo>
                      <a:cubicBezTo>
                        <a:pt x="3891" y="2348"/>
                        <a:pt x="3891" y="1193"/>
                        <a:pt x="3192" y="525"/>
                      </a:cubicBezTo>
                      <a:cubicBezTo>
                        <a:pt x="2857" y="175"/>
                        <a:pt x="2402" y="0"/>
                        <a:pt x="1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1">
                  <a:extLst>
                    <a:ext uri="{FF2B5EF4-FFF2-40B4-BE49-F238E27FC236}">
                      <a16:creationId xmlns:a16="http://schemas.microsoft.com/office/drawing/2014/main" id="{6A39038D-2BCD-E72C-1D10-43FF6BA6A4B5}"/>
                    </a:ext>
                  </a:extLst>
                </p:cNvPr>
                <p:cNvSpPr/>
                <p:nvPr/>
              </p:nvSpPr>
              <p:spPr>
                <a:xfrm>
                  <a:off x="4414850" y="1156550"/>
                  <a:ext cx="589700" cy="590450"/>
                </a:xfrm>
                <a:custGeom>
                  <a:avLst/>
                  <a:gdLst/>
                  <a:ahLst/>
                  <a:cxnLst/>
                  <a:rect l="l" t="t" r="r" b="b"/>
                  <a:pathLst>
                    <a:path w="23588" h="23618" extrusionOk="0">
                      <a:moveTo>
                        <a:pt x="23588" y="0"/>
                      </a:moveTo>
                      <a:cubicBezTo>
                        <a:pt x="639" y="882"/>
                        <a:pt x="1" y="23618"/>
                        <a:pt x="1" y="23618"/>
                      </a:cubicBezTo>
                      <a:cubicBezTo>
                        <a:pt x="21946" y="20943"/>
                        <a:pt x="23588" y="1"/>
                        <a:pt x="235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1">
                  <a:extLst>
                    <a:ext uri="{FF2B5EF4-FFF2-40B4-BE49-F238E27FC236}">
                      <a16:creationId xmlns:a16="http://schemas.microsoft.com/office/drawing/2014/main" id="{68061532-80AA-0FD2-6605-B0BCD06034A7}"/>
                    </a:ext>
                  </a:extLst>
                </p:cNvPr>
                <p:cNvSpPr/>
                <p:nvPr/>
              </p:nvSpPr>
              <p:spPr>
                <a:xfrm>
                  <a:off x="4580525" y="1322975"/>
                  <a:ext cx="241650" cy="240900"/>
                </a:xfrm>
                <a:custGeom>
                  <a:avLst/>
                  <a:gdLst/>
                  <a:ahLst/>
                  <a:cxnLst/>
                  <a:rect l="l" t="t" r="r" b="b"/>
                  <a:pathLst>
                    <a:path w="9666" h="9636" extrusionOk="0">
                      <a:moveTo>
                        <a:pt x="4833" y="0"/>
                      </a:moveTo>
                      <a:cubicBezTo>
                        <a:pt x="2158" y="0"/>
                        <a:pt x="0" y="2158"/>
                        <a:pt x="0" y="4833"/>
                      </a:cubicBezTo>
                      <a:cubicBezTo>
                        <a:pt x="0" y="7477"/>
                        <a:pt x="2158" y="9635"/>
                        <a:pt x="4833" y="9635"/>
                      </a:cubicBezTo>
                      <a:cubicBezTo>
                        <a:pt x="7508" y="9635"/>
                        <a:pt x="9666" y="7477"/>
                        <a:pt x="9666" y="4833"/>
                      </a:cubicBezTo>
                      <a:cubicBezTo>
                        <a:pt x="9666" y="2158"/>
                        <a:pt x="7508" y="0"/>
                        <a:pt x="4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a:extLst>
                    <a:ext uri="{FF2B5EF4-FFF2-40B4-BE49-F238E27FC236}">
                      <a16:creationId xmlns:a16="http://schemas.microsoft.com/office/drawing/2014/main" id="{F28D35B7-25B7-85D1-6310-07CF3282AFF0}"/>
                    </a:ext>
                  </a:extLst>
                </p:cNvPr>
                <p:cNvSpPr/>
                <p:nvPr/>
              </p:nvSpPr>
              <p:spPr>
                <a:xfrm>
                  <a:off x="4654225" y="1399525"/>
                  <a:ext cx="96525" cy="88550"/>
                </a:xfrm>
                <a:custGeom>
                  <a:avLst/>
                  <a:gdLst/>
                  <a:ahLst/>
                  <a:cxnLst/>
                  <a:rect l="l" t="t" r="r" b="b"/>
                  <a:pathLst>
                    <a:path w="3861" h="3542" extrusionOk="0">
                      <a:moveTo>
                        <a:pt x="1931" y="0"/>
                      </a:moveTo>
                      <a:cubicBezTo>
                        <a:pt x="1475" y="0"/>
                        <a:pt x="1019" y="175"/>
                        <a:pt x="669" y="525"/>
                      </a:cubicBezTo>
                      <a:cubicBezTo>
                        <a:pt x="0" y="1193"/>
                        <a:pt x="0" y="2348"/>
                        <a:pt x="669" y="3017"/>
                      </a:cubicBezTo>
                      <a:cubicBezTo>
                        <a:pt x="1019" y="3367"/>
                        <a:pt x="1467" y="3541"/>
                        <a:pt x="1919" y="3541"/>
                      </a:cubicBezTo>
                      <a:cubicBezTo>
                        <a:pt x="2371" y="3541"/>
                        <a:pt x="2827" y="3367"/>
                        <a:pt x="3192" y="3017"/>
                      </a:cubicBezTo>
                      <a:cubicBezTo>
                        <a:pt x="3861" y="2348"/>
                        <a:pt x="3861" y="1193"/>
                        <a:pt x="3192" y="525"/>
                      </a:cubicBezTo>
                      <a:cubicBezTo>
                        <a:pt x="2842" y="175"/>
                        <a:pt x="2387" y="0"/>
                        <a:pt x="1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 name="Google Shape;728;p41">
                  <a:extLst>
                    <a:ext uri="{FF2B5EF4-FFF2-40B4-BE49-F238E27FC236}">
                      <a16:creationId xmlns:a16="http://schemas.microsoft.com/office/drawing/2014/main" id="{C5619BE1-B4B8-E589-0CBB-3C5AD1DB3825}"/>
                    </a:ext>
                  </a:extLst>
                </p:cNvPr>
                <p:cNvGrpSpPr/>
                <p:nvPr/>
              </p:nvGrpSpPr>
              <p:grpSpPr>
                <a:xfrm>
                  <a:off x="4409550" y="562325"/>
                  <a:ext cx="590450" cy="589675"/>
                  <a:chOff x="4409550" y="562325"/>
                  <a:chExt cx="590450" cy="589675"/>
                </a:xfrm>
              </p:grpSpPr>
              <p:sp>
                <p:nvSpPr>
                  <p:cNvPr id="729" name="Google Shape;729;p41">
                    <a:extLst>
                      <a:ext uri="{FF2B5EF4-FFF2-40B4-BE49-F238E27FC236}">
                        <a16:creationId xmlns:a16="http://schemas.microsoft.com/office/drawing/2014/main" id="{7340D5C8-F75B-03EC-91A6-6D8A3FE8CA8C}"/>
                      </a:ext>
                    </a:extLst>
                  </p:cNvPr>
                  <p:cNvSpPr/>
                  <p:nvPr/>
                </p:nvSpPr>
                <p:spPr>
                  <a:xfrm>
                    <a:off x="4409550" y="562325"/>
                    <a:ext cx="590450" cy="589675"/>
                  </a:xfrm>
                  <a:custGeom>
                    <a:avLst/>
                    <a:gdLst/>
                    <a:ahLst/>
                    <a:cxnLst/>
                    <a:rect l="l" t="t" r="r" b="b"/>
                    <a:pathLst>
                      <a:path w="23618" h="23587" extrusionOk="0">
                        <a:moveTo>
                          <a:pt x="0" y="0"/>
                        </a:moveTo>
                        <a:cubicBezTo>
                          <a:pt x="881" y="22949"/>
                          <a:pt x="23617" y="23587"/>
                          <a:pt x="23617" y="23587"/>
                        </a:cubicBezTo>
                        <a:cubicBezTo>
                          <a:pt x="20943" y="1642"/>
                          <a:pt x="1"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a:extLst>
                      <a:ext uri="{FF2B5EF4-FFF2-40B4-BE49-F238E27FC236}">
                        <a16:creationId xmlns:a16="http://schemas.microsoft.com/office/drawing/2014/main" id="{3BBBBFD9-397D-166E-060D-FFDE4ECA7497}"/>
                      </a:ext>
                    </a:extLst>
                  </p:cNvPr>
                  <p:cNvSpPr/>
                  <p:nvPr/>
                </p:nvSpPr>
                <p:spPr>
                  <a:xfrm>
                    <a:off x="4575950" y="744675"/>
                    <a:ext cx="240925" cy="240925"/>
                  </a:xfrm>
                  <a:custGeom>
                    <a:avLst/>
                    <a:gdLst/>
                    <a:ahLst/>
                    <a:cxnLst/>
                    <a:rect l="l" t="t" r="r" b="b"/>
                    <a:pathLst>
                      <a:path w="9637" h="9637" extrusionOk="0">
                        <a:moveTo>
                          <a:pt x="4834" y="1"/>
                        </a:moveTo>
                        <a:cubicBezTo>
                          <a:pt x="2159" y="1"/>
                          <a:pt x="1" y="2159"/>
                          <a:pt x="1" y="4834"/>
                        </a:cubicBezTo>
                        <a:cubicBezTo>
                          <a:pt x="1" y="7478"/>
                          <a:pt x="2159" y="9636"/>
                          <a:pt x="4834" y="9636"/>
                        </a:cubicBezTo>
                        <a:cubicBezTo>
                          <a:pt x="7478" y="9636"/>
                          <a:pt x="9636" y="7478"/>
                          <a:pt x="9636" y="4834"/>
                        </a:cubicBezTo>
                        <a:cubicBezTo>
                          <a:pt x="9636" y="2159"/>
                          <a:pt x="7478" y="1"/>
                          <a:pt x="4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extLst>
                      <a:ext uri="{FF2B5EF4-FFF2-40B4-BE49-F238E27FC236}">
                        <a16:creationId xmlns:a16="http://schemas.microsoft.com/office/drawing/2014/main" id="{9731E488-5ED1-28CC-B5CA-D3249CFE5720}"/>
                      </a:ext>
                    </a:extLst>
                  </p:cNvPr>
                  <p:cNvSpPr/>
                  <p:nvPr/>
                </p:nvSpPr>
                <p:spPr>
                  <a:xfrm>
                    <a:off x="4648150" y="820300"/>
                    <a:ext cx="97275" cy="88175"/>
                  </a:xfrm>
                  <a:custGeom>
                    <a:avLst/>
                    <a:gdLst/>
                    <a:ahLst/>
                    <a:cxnLst/>
                    <a:rect l="l" t="t" r="r" b="b"/>
                    <a:pathLst>
                      <a:path w="3891" h="3527" extrusionOk="0">
                        <a:moveTo>
                          <a:pt x="1946" y="0"/>
                        </a:moveTo>
                        <a:cubicBezTo>
                          <a:pt x="1490" y="0"/>
                          <a:pt x="1034" y="168"/>
                          <a:pt x="699" y="502"/>
                        </a:cubicBezTo>
                        <a:cubicBezTo>
                          <a:pt x="0" y="1201"/>
                          <a:pt x="0" y="2326"/>
                          <a:pt x="699" y="3025"/>
                        </a:cubicBezTo>
                        <a:cubicBezTo>
                          <a:pt x="1034" y="3359"/>
                          <a:pt x="1490" y="3526"/>
                          <a:pt x="1946" y="3526"/>
                        </a:cubicBezTo>
                        <a:cubicBezTo>
                          <a:pt x="2402" y="3526"/>
                          <a:pt x="2857" y="3359"/>
                          <a:pt x="3192" y="3025"/>
                        </a:cubicBezTo>
                        <a:cubicBezTo>
                          <a:pt x="3891" y="2326"/>
                          <a:pt x="3891" y="1231"/>
                          <a:pt x="3192" y="502"/>
                        </a:cubicBezTo>
                        <a:cubicBezTo>
                          <a:pt x="2857" y="168"/>
                          <a:pt x="2402" y="0"/>
                          <a:pt x="1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2" name="Google Shape;732;p41">
                  <a:extLst>
                    <a:ext uri="{FF2B5EF4-FFF2-40B4-BE49-F238E27FC236}">
                      <a16:creationId xmlns:a16="http://schemas.microsoft.com/office/drawing/2014/main" id="{9653320D-AB9A-07BE-9976-81D0C140250D}"/>
                    </a:ext>
                  </a:extLst>
                </p:cNvPr>
                <p:cNvSpPr/>
                <p:nvPr/>
              </p:nvSpPr>
              <p:spPr>
                <a:xfrm>
                  <a:off x="5009100" y="1161875"/>
                  <a:ext cx="589700" cy="589700"/>
                </a:xfrm>
                <a:custGeom>
                  <a:avLst/>
                  <a:gdLst/>
                  <a:ahLst/>
                  <a:cxnLst/>
                  <a:rect l="l" t="t" r="r" b="b"/>
                  <a:pathLst>
                    <a:path w="23588" h="23588" extrusionOk="0">
                      <a:moveTo>
                        <a:pt x="0" y="0"/>
                      </a:moveTo>
                      <a:lnTo>
                        <a:pt x="0" y="0"/>
                      </a:lnTo>
                      <a:cubicBezTo>
                        <a:pt x="912" y="22949"/>
                        <a:pt x="23587" y="23587"/>
                        <a:pt x="23587" y="23587"/>
                      </a:cubicBezTo>
                      <a:cubicBezTo>
                        <a:pt x="20943" y="1611"/>
                        <a:pt x="1"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1">
                  <a:extLst>
                    <a:ext uri="{FF2B5EF4-FFF2-40B4-BE49-F238E27FC236}">
                      <a16:creationId xmlns:a16="http://schemas.microsoft.com/office/drawing/2014/main" id="{84916B48-A9C3-8587-355E-A735E7A2079D}"/>
                    </a:ext>
                  </a:extLst>
                </p:cNvPr>
                <p:cNvSpPr/>
                <p:nvPr/>
              </p:nvSpPr>
              <p:spPr>
                <a:xfrm>
                  <a:off x="5176275" y="1344250"/>
                  <a:ext cx="240900" cy="240900"/>
                </a:xfrm>
                <a:custGeom>
                  <a:avLst/>
                  <a:gdLst/>
                  <a:ahLst/>
                  <a:cxnLst/>
                  <a:rect l="l" t="t" r="r" b="b"/>
                  <a:pathLst>
                    <a:path w="9636" h="9636" extrusionOk="0">
                      <a:moveTo>
                        <a:pt x="4833" y="0"/>
                      </a:moveTo>
                      <a:cubicBezTo>
                        <a:pt x="2158" y="0"/>
                        <a:pt x="0" y="2158"/>
                        <a:pt x="0" y="4803"/>
                      </a:cubicBezTo>
                      <a:cubicBezTo>
                        <a:pt x="0" y="7477"/>
                        <a:pt x="2158" y="9635"/>
                        <a:pt x="4833" y="9635"/>
                      </a:cubicBezTo>
                      <a:cubicBezTo>
                        <a:pt x="7478" y="9635"/>
                        <a:pt x="9636" y="7477"/>
                        <a:pt x="9636" y="4803"/>
                      </a:cubicBezTo>
                      <a:cubicBezTo>
                        <a:pt x="9636" y="2158"/>
                        <a:pt x="7478" y="0"/>
                        <a:pt x="4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1">
                  <a:extLst>
                    <a:ext uri="{FF2B5EF4-FFF2-40B4-BE49-F238E27FC236}">
                      <a16:creationId xmlns:a16="http://schemas.microsoft.com/office/drawing/2014/main" id="{D9829EE5-CDCA-7D50-5671-C0029A91866F}"/>
                    </a:ext>
                  </a:extLst>
                </p:cNvPr>
                <p:cNvSpPr/>
                <p:nvPr/>
              </p:nvSpPr>
              <p:spPr>
                <a:xfrm>
                  <a:off x="5248450" y="1420600"/>
                  <a:ext cx="97300" cy="88175"/>
                </a:xfrm>
                <a:custGeom>
                  <a:avLst/>
                  <a:gdLst/>
                  <a:ahLst/>
                  <a:cxnLst/>
                  <a:rect l="l" t="t" r="r" b="b"/>
                  <a:pathLst>
                    <a:path w="3892" h="3527" extrusionOk="0">
                      <a:moveTo>
                        <a:pt x="1946" y="1"/>
                      </a:moveTo>
                      <a:cubicBezTo>
                        <a:pt x="1490" y="1"/>
                        <a:pt x="1034" y="168"/>
                        <a:pt x="700" y="502"/>
                      </a:cubicBezTo>
                      <a:cubicBezTo>
                        <a:pt x="1" y="1201"/>
                        <a:pt x="1" y="2326"/>
                        <a:pt x="700" y="3025"/>
                      </a:cubicBezTo>
                      <a:cubicBezTo>
                        <a:pt x="1034" y="3360"/>
                        <a:pt x="1490" y="3527"/>
                        <a:pt x="1946" y="3527"/>
                      </a:cubicBezTo>
                      <a:cubicBezTo>
                        <a:pt x="2402" y="3527"/>
                        <a:pt x="2858" y="3360"/>
                        <a:pt x="3192" y="3025"/>
                      </a:cubicBezTo>
                      <a:cubicBezTo>
                        <a:pt x="3892" y="2326"/>
                        <a:pt x="3892" y="1201"/>
                        <a:pt x="3192" y="502"/>
                      </a:cubicBezTo>
                      <a:cubicBezTo>
                        <a:pt x="2858" y="168"/>
                        <a:pt x="2402" y="1"/>
                        <a:pt x="19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41">
                <a:extLst>
                  <a:ext uri="{FF2B5EF4-FFF2-40B4-BE49-F238E27FC236}">
                    <a16:creationId xmlns:a16="http://schemas.microsoft.com/office/drawing/2014/main" id="{D3E32BA0-2F2A-91FC-3F2D-325411068CF1}"/>
                  </a:ext>
                </a:extLst>
              </p:cNvPr>
              <p:cNvGrpSpPr/>
              <p:nvPr/>
            </p:nvGrpSpPr>
            <p:grpSpPr>
              <a:xfrm>
                <a:off x="8110150" y="3112013"/>
                <a:ext cx="627700" cy="545625"/>
                <a:chOff x="8110150" y="3112013"/>
                <a:chExt cx="627700" cy="545625"/>
              </a:xfrm>
            </p:grpSpPr>
            <p:sp>
              <p:nvSpPr>
                <p:cNvPr id="736" name="Google Shape;736;p41">
                  <a:extLst>
                    <a:ext uri="{FF2B5EF4-FFF2-40B4-BE49-F238E27FC236}">
                      <a16:creationId xmlns:a16="http://schemas.microsoft.com/office/drawing/2014/main" id="{9E843CD9-EEF1-EEC0-6240-4EA3C3D97CD9}"/>
                    </a:ext>
                  </a:extLst>
                </p:cNvPr>
                <p:cNvSpPr/>
                <p:nvPr/>
              </p:nvSpPr>
              <p:spPr>
                <a:xfrm flipH="1">
                  <a:off x="8465775" y="3112013"/>
                  <a:ext cx="272075" cy="544100"/>
                </a:xfrm>
                <a:custGeom>
                  <a:avLst/>
                  <a:gdLst/>
                  <a:ahLst/>
                  <a:cxnLst/>
                  <a:rect l="l" t="t" r="r" b="b"/>
                  <a:pathLst>
                    <a:path w="10883" h="21764" extrusionOk="0">
                      <a:moveTo>
                        <a:pt x="1" y="1"/>
                      </a:moveTo>
                      <a:lnTo>
                        <a:pt x="1" y="21764"/>
                      </a:lnTo>
                      <a:cubicBezTo>
                        <a:pt x="6019" y="21764"/>
                        <a:pt x="10882" y="16900"/>
                        <a:pt x="10882" y="10913"/>
                      </a:cubicBezTo>
                      <a:cubicBezTo>
                        <a:pt x="10882" y="4894"/>
                        <a:pt x="6019"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a:extLst>
                    <a:ext uri="{FF2B5EF4-FFF2-40B4-BE49-F238E27FC236}">
                      <a16:creationId xmlns:a16="http://schemas.microsoft.com/office/drawing/2014/main" id="{19106FA1-E3DC-6559-76AF-235FC69A2746}"/>
                    </a:ext>
                  </a:extLst>
                </p:cNvPr>
                <p:cNvSpPr/>
                <p:nvPr/>
              </p:nvSpPr>
              <p:spPr>
                <a:xfrm flipH="1">
                  <a:off x="8110150" y="3112013"/>
                  <a:ext cx="272825" cy="545625"/>
                </a:xfrm>
                <a:custGeom>
                  <a:avLst/>
                  <a:gdLst/>
                  <a:ahLst/>
                  <a:cxnLst/>
                  <a:rect l="l" t="t" r="r" b="b"/>
                  <a:pathLst>
                    <a:path w="10913" h="21825" extrusionOk="0">
                      <a:moveTo>
                        <a:pt x="10913" y="1"/>
                      </a:moveTo>
                      <a:cubicBezTo>
                        <a:pt x="4864" y="1"/>
                        <a:pt x="1" y="4864"/>
                        <a:pt x="1" y="10913"/>
                      </a:cubicBezTo>
                      <a:cubicBezTo>
                        <a:pt x="1" y="16900"/>
                        <a:pt x="4864" y="21825"/>
                        <a:pt x="10913" y="21825"/>
                      </a:cubicBezTo>
                      <a:lnTo>
                        <a:pt x="10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8" name="Google Shape;738;p41">
              <a:extLst>
                <a:ext uri="{FF2B5EF4-FFF2-40B4-BE49-F238E27FC236}">
                  <a16:creationId xmlns:a16="http://schemas.microsoft.com/office/drawing/2014/main" id="{A8B00200-5C7B-BC92-3C22-DD1A9BDCA3F2}"/>
                </a:ext>
              </a:extLst>
            </p:cNvPr>
            <p:cNvGrpSpPr/>
            <p:nvPr/>
          </p:nvGrpSpPr>
          <p:grpSpPr>
            <a:xfrm>
              <a:off x="6215861" y="4364225"/>
              <a:ext cx="420225" cy="409303"/>
              <a:chOff x="6318400" y="3461300"/>
              <a:chExt cx="379950" cy="370075"/>
            </a:xfrm>
          </p:grpSpPr>
          <p:sp>
            <p:nvSpPr>
              <p:cNvPr id="739" name="Google Shape;739;p41">
                <a:extLst>
                  <a:ext uri="{FF2B5EF4-FFF2-40B4-BE49-F238E27FC236}">
                    <a16:creationId xmlns:a16="http://schemas.microsoft.com/office/drawing/2014/main" id="{6B73051A-AD05-C550-8F62-620697BA4758}"/>
                  </a:ext>
                </a:extLst>
              </p:cNvPr>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a:extLst>
                  <a:ext uri="{FF2B5EF4-FFF2-40B4-BE49-F238E27FC236}">
                    <a16:creationId xmlns:a16="http://schemas.microsoft.com/office/drawing/2014/main" id="{97C64F1E-D5B9-1C7B-DFFB-2D2319F2B159}"/>
                  </a:ext>
                </a:extLst>
              </p:cNvPr>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a:extLst>
                  <a:ext uri="{FF2B5EF4-FFF2-40B4-BE49-F238E27FC236}">
                    <a16:creationId xmlns:a16="http://schemas.microsoft.com/office/drawing/2014/main" id="{8A7927CC-DABA-8A93-1270-0500D1390B7C}"/>
                  </a:ext>
                </a:extLst>
              </p:cNvPr>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a:extLst>
                  <a:ext uri="{FF2B5EF4-FFF2-40B4-BE49-F238E27FC236}">
                    <a16:creationId xmlns:a16="http://schemas.microsoft.com/office/drawing/2014/main" id="{F7C0C815-6E3E-C5CF-30DC-125D79C7FBAC}"/>
                  </a:ext>
                </a:extLst>
              </p:cNvPr>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a:extLst>
                  <a:ext uri="{FF2B5EF4-FFF2-40B4-BE49-F238E27FC236}">
                    <a16:creationId xmlns:a16="http://schemas.microsoft.com/office/drawing/2014/main" id="{63DE819B-AC76-C483-1517-8BB6F03E1499}"/>
                  </a:ext>
                </a:extLst>
              </p:cNvPr>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1">
                <a:extLst>
                  <a:ext uri="{FF2B5EF4-FFF2-40B4-BE49-F238E27FC236}">
                    <a16:creationId xmlns:a16="http://schemas.microsoft.com/office/drawing/2014/main" id="{D8787ACE-C40F-E1BA-379C-5A89721CFD5B}"/>
                  </a:ext>
                </a:extLst>
              </p:cNvPr>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1">
                <a:extLst>
                  <a:ext uri="{FF2B5EF4-FFF2-40B4-BE49-F238E27FC236}">
                    <a16:creationId xmlns:a16="http://schemas.microsoft.com/office/drawing/2014/main" id="{25A65B8F-F2A0-E23E-76E6-B3D7EB4D7760}"/>
                  </a:ext>
                </a:extLst>
              </p:cNvPr>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1">
                <a:extLst>
                  <a:ext uri="{FF2B5EF4-FFF2-40B4-BE49-F238E27FC236}">
                    <a16:creationId xmlns:a16="http://schemas.microsoft.com/office/drawing/2014/main" id="{E1DE108E-9B60-0688-CB40-7FC4A4A4DBDF}"/>
                  </a:ext>
                </a:extLst>
              </p:cNvPr>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1">
                <a:extLst>
                  <a:ext uri="{FF2B5EF4-FFF2-40B4-BE49-F238E27FC236}">
                    <a16:creationId xmlns:a16="http://schemas.microsoft.com/office/drawing/2014/main" id="{5F7F6406-74B6-5A81-1498-04E5639DBEA9}"/>
                  </a:ext>
                </a:extLst>
              </p:cNvPr>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Imagen 3">
            <a:extLst>
              <a:ext uri="{FF2B5EF4-FFF2-40B4-BE49-F238E27FC236}">
                <a16:creationId xmlns:a16="http://schemas.microsoft.com/office/drawing/2014/main" id="{C17A7679-8A0A-C586-DDCB-173E02742D53}"/>
              </a:ext>
            </a:extLst>
          </p:cNvPr>
          <p:cNvPicPr>
            <a:picLocks noChangeAspect="1"/>
          </p:cNvPicPr>
          <p:nvPr/>
        </p:nvPicPr>
        <p:blipFill>
          <a:blip r:embed="rId3"/>
          <a:stretch>
            <a:fillRect/>
          </a:stretch>
        </p:blipFill>
        <p:spPr>
          <a:xfrm>
            <a:off x="6218566" y="2134942"/>
            <a:ext cx="1604383" cy="1542037"/>
          </a:xfrm>
          <a:prstGeom prst="rect">
            <a:avLst/>
          </a:prstGeom>
        </p:spPr>
      </p:pic>
    </p:spTree>
    <p:extLst>
      <p:ext uri="{BB962C8B-B14F-4D97-AF65-F5344CB8AC3E}">
        <p14:creationId xmlns:p14="http://schemas.microsoft.com/office/powerpoint/2010/main" val="1248829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63"/>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p>
            <a:pPr lvl="0"/>
            <a:r>
              <a:rPr lang="es-MX" dirty="0"/>
              <a:t>PROCESO DE EVALUACIÓN</a:t>
            </a:r>
          </a:p>
        </p:txBody>
      </p:sp>
      <p:sp>
        <p:nvSpPr>
          <p:cNvPr id="1167" name="Google Shape;1167;p63"/>
          <p:cNvSpPr txBox="1"/>
          <p:nvPr/>
        </p:nvSpPr>
        <p:spPr>
          <a:xfrm>
            <a:off x="3178200" y="1421281"/>
            <a:ext cx="2787600" cy="387000"/>
          </a:xfrm>
          <a:prstGeom prst="rect">
            <a:avLst/>
          </a:prstGeom>
          <a:noFill/>
          <a:ln>
            <a:noFill/>
          </a:ln>
        </p:spPr>
        <p:txBody>
          <a:bodyPr spcFirstLastPara="1" wrap="square" lIns="91425" tIns="0" rIns="91425" bIns="0" anchor="b" anchorCtr="0">
            <a:noAutofit/>
          </a:bodyPr>
          <a:lstStyle/>
          <a:p>
            <a:pPr lvl="0">
              <a:lnSpc>
                <a:spcPct val="115000"/>
              </a:lnSpc>
              <a:spcAft>
                <a:spcPts val="1200"/>
              </a:spcAft>
            </a:pPr>
            <a:r>
              <a:rPr lang="es-MX" sz="1500" b="1" dirty="0">
                <a:solidFill>
                  <a:schemeClr val="dk1"/>
                </a:solidFill>
                <a:latin typeface="Montserrat"/>
                <a:ea typeface="Montserrat"/>
                <a:cs typeface="Montserrat"/>
                <a:sym typeface="Montserrat"/>
              </a:rPr>
              <a:t>Comisión Técnica de Área</a:t>
            </a:r>
          </a:p>
        </p:txBody>
      </p:sp>
      <p:sp>
        <p:nvSpPr>
          <p:cNvPr id="1181" name="Google Shape;1181;p63"/>
          <p:cNvSpPr txBox="1"/>
          <p:nvPr/>
        </p:nvSpPr>
        <p:spPr>
          <a:xfrm>
            <a:off x="2362545" y="1299909"/>
            <a:ext cx="714900" cy="495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1</a:t>
            </a:r>
            <a:endParaRPr sz="2000" b="1" dirty="0">
              <a:solidFill>
                <a:schemeClr val="dk1"/>
              </a:solidFill>
              <a:latin typeface="Montserrat"/>
              <a:ea typeface="Montserrat"/>
              <a:cs typeface="Montserrat"/>
              <a:sym typeface="Montserrat"/>
            </a:endParaRPr>
          </a:p>
        </p:txBody>
      </p:sp>
      <p:sp>
        <p:nvSpPr>
          <p:cNvPr id="1170" name="Google Shape;1170;p63"/>
          <p:cNvSpPr txBox="1"/>
          <p:nvPr/>
        </p:nvSpPr>
        <p:spPr>
          <a:xfrm>
            <a:off x="3178200" y="2043232"/>
            <a:ext cx="2787600" cy="387000"/>
          </a:xfrm>
          <a:prstGeom prst="rect">
            <a:avLst/>
          </a:prstGeom>
          <a:noFill/>
          <a:ln>
            <a:noFill/>
          </a:ln>
        </p:spPr>
        <p:txBody>
          <a:bodyPr spcFirstLastPara="1" wrap="square" lIns="91425" tIns="0" rIns="91425" bIns="0" anchor="b" anchorCtr="0">
            <a:noAutofit/>
          </a:bodyPr>
          <a:lstStyle/>
          <a:p>
            <a:pPr lvl="0">
              <a:lnSpc>
                <a:spcPct val="115000"/>
              </a:lnSpc>
              <a:spcAft>
                <a:spcPts val="1200"/>
              </a:spcAft>
            </a:pPr>
            <a:r>
              <a:rPr lang="es-MX" sz="1500" b="1" dirty="0">
                <a:solidFill>
                  <a:schemeClr val="dk1"/>
                </a:solidFill>
                <a:latin typeface="Montserrat"/>
                <a:ea typeface="Montserrat"/>
                <a:cs typeface="Montserrat"/>
                <a:sym typeface="Montserrat"/>
              </a:rPr>
              <a:t>Comité de Selección</a:t>
            </a:r>
          </a:p>
        </p:txBody>
      </p:sp>
      <p:sp>
        <p:nvSpPr>
          <p:cNvPr id="1182" name="Google Shape;1182;p63"/>
          <p:cNvSpPr txBox="1"/>
          <p:nvPr/>
        </p:nvSpPr>
        <p:spPr>
          <a:xfrm>
            <a:off x="2362545" y="1899926"/>
            <a:ext cx="714900" cy="495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2</a:t>
            </a:r>
            <a:endParaRPr sz="2000" b="1" dirty="0">
              <a:solidFill>
                <a:schemeClr val="dk1"/>
              </a:solidFill>
              <a:latin typeface="Montserrat"/>
              <a:ea typeface="Montserrat"/>
              <a:cs typeface="Montserrat"/>
              <a:sym typeface="Montserrat"/>
            </a:endParaRPr>
          </a:p>
        </p:txBody>
      </p:sp>
      <p:sp>
        <p:nvSpPr>
          <p:cNvPr id="1173" name="Google Shape;1173;p63"/>
          <p:cNvSpPr txBox="1"/>
          <p:nvPr/>
        </p:nvSpPr>
        <p:spPr>
          <a:xfrm>
            <a:off x="3096388" y="2587720"/>
            <a:ext cx="3883371" cy="387000"/>
          </a:xfrm>
          <a:prstGeom prst="rect">
            <a:avLst/>
          </a:prstGeom>
          <a:noFill/>
          <a:ln>
            <a:noFill/>
          </a:ln>
        </p:spPr>
        <p:txBody>
          <a:bodyPr spcFirstLastPara="1" wrap="square" lIns="91425" tIns="0" rIns="91425" bIns="0" anchor="b" anchorCtr="0">
            <a:noAutofit/>
          </a:bodyPr>
          <a:lstStyle/>
          <a:p>
            <a:pPr lvl="0">
              <a:lnSpc>
                <a:spcPct val="115000"/>
              </a:lnSpc>
              <a:spcAft>
                <a:spcPts val="1200"/>
              </a:spcAft>
            </a:pPr>
            <a:r>
              <a:rPr lang="es-MX" sz="1500" b="1">
                <a:solidFill>
                  <a:schemeClr val="dk1"/>
                </a:solidFill>
                <a:latin typeface="Montserrat"/>
                <a:ea typeface="Montserrat"/>
                <a:cs typeface="Montserrat"/>
                <a:sym typeface="Montserrat"/>
              </a:rPr>
              <a:t>Reunión CTA/CS-casos discrepancia</a:t>
            </a:r>
            <a:endParaRPr lang="es-MX" sz="1500" b="1" dirty="0">
              <a:solidFill>
                <a:schemeClr val="dk1"/>
              </a:solidFill>
              <a:latin typeface="Montserrat"/>
              <a:ea typeface="Montserrat"/>
              <a:cs typeface="Montserrat"/>
              <a:sym typeface="Montserrat"/>
            </a:endParaRPr>
          </a:p>
        </p:txBody>
      </p:sp>
      <p:sp>
        <p:nvSpPr>
          <p:cNvPr id="1183" name="Google Shape;1183;p63"/>
          <p:cNvSpPr txBox="1"/>
          <p:nvPr/>
        </p:nvSpPr>
        <p:spPr>
          <a:xfrm>
            <a:off x="2312524" y="2468490"/>
            <a:ext cx="714900" cy="495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3</a:t>
            </a:r>
            <a:endParaRPr sz="2000" b="1" dirty="0">
              <a:solidFill>
                <a:schemeClr val="dk1"/>
              </a:solidFill>
              <a:latin typeface="Montserrat"/>
              <a:ea typeface="Montserrat"/>
              <a:cs typeface="Montserrat"/>
              <a:sym typeface="Montserrat"/>
            </a:endParaRPr>
          </a:p>
        </p:txBody>
      </p:sp>
      <p:sp>
        <p:nvSpPr>
          <p:cNvPr id="1176" name="Google Shape;1176;p63"/>
          <p:cNvSpPr txBox="1"/>
          <p:nvPr/>
        </p:nvSpPr>
        <p:spPr>
          <a:xfrm>
            <a:off x="3077445" y="3209671"/>
            <a:ext cx="4410653" cy="387000"/>
          </a:xfrm>
          <a:prstGeom prst="rect">
            <a:avLst/>
          </a:prstGeom>
          <a:noFill/>
          <a:ln>
            <a:noFill/>
          </a:ln>
        </p:spPr>
        <p:txBody>
          <a:bodyPr spcFirstLastPara="1" wrap="square" lIns="91425" tIns="0" rIns="91425" bIns="0" anchor="b" anchorCtr="0">
            <a:noAutofit/>
          </a:bodyPr>
          <a:lstStyle/>
          <a:p>
            <a:pPr lvl="0">
              <a:lnSpc>
                <a:spcPct val="115000"/>
              </a:lnSpc>
              <a:spcAft>
                <a:spcPts val="1200"/>
              </a:spcAft>
            </a:pPr>
            <a:r>
              <a:rPr lang="es-MX" sz="1500" b="1" dirty="0">
                <a:solidFill>
                  <a:schemeClr val="dk1"/>
                </a:solidFill>
                <a:latin typeface="Montserrat"/>
                <a:ea typeface="Montserrat"/>
                <a:cs typeface="Montserrat"/>
                <a:sym typeface="Montserrat"/>
              </a:rPr>
              <a:t>Definición casos  diferendos  por la CCH</a:t>
            </a:r>
          </a:p>
        </p:txBody>
      </p:sp>
      <p:sp>
        <p:nvSpPr>
          <p:cNvPr id="1184" name="Google Shape;1184;p63"/>
          <p:cNvSpPr txBox="1"/>
          <p:nvPr/>
        </p:nvSpPr>
        <p:spPr>
          <a:xfrm>
            <a:off x="2312524" y="3100654"/>
            <a:ext cx="714900" cy="495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4</a:t>
            </a:r>
            <a:endParaRPr sz="2000" b="1" dirty="0">
              <a:solidFill>
                <a:schemeClr val="dk1"/>
              </a:solidFill>
              <a:latin typeface="Montserrat"/>
              <a:ea typeface="Montserrat"/>
              <a:cs typeface="Montserrat"/>
              <a:sym typeface="Montserrat"/>
            </a:endParaRPr>
          </a:p>
        </p:txBody>
      </p:sp>
      <p:cxnSp>
        <p:nvCxnSpPr>
          <p:cNvPr id="1186" name="Google Shape;1186;p63"/>
          <p:cNvCxnSpPr/>
          <p:nvPr/>
        </p:nvCxnSpPr>
        <p:spPr>
          <a:xfrm rot="10800000" flipV="1">
            <a:off x="2293262" y="1472511"/>
            <a:ext cx="12700" cy="611315"/>
          </a:xfrm>
          <a:prstGeom prst="bentConnector3">
            <a:avLst>
              <a:gd name="adj1" fmla="val 1800000"/>
            </a:avLst>
          </a:prstGeom>
          <a:noFill/>
          <a:ln w="19050" cap="flat" cmpd="sng">
            <a:solidFill>
              <a:schemeClr val="dk1"/>
            </a:solidFill>
            <a:prstDash val="solid"/>
            <a:round/>
            <a:headEnd type="none" w="med" len="med"/>
            <a:tailEnd type="oval" w="med" len="med"/>
          </a:ln>
        </p:spPr>
      </p:cxnSp>
      <p:cxnSp>
        <p:nvCxnSpPr>
          <p:cNvPr id="1187" name="Google Shape;1187;p63"/>
          <p:cNvCxnSpPr/>
          <p:nvPr/>
        </p:nvCxnSpPr>
        <p:spPr>
          <a:xfrm>
            <a:off x="2324623" y="2083826"/>
            <a:ext cx="600" cy="622200"/>
          </a:xfrm>
          <a:prstGeom prst="bentConnector3">
            <a:avLst>
              <a:gd name="adj1" fmla="val -39687500"/>
            </a:avLst>
          </a:prstGeom>
          <a:noFill/>
          <a:ln w="19050" cap="flat" cmpd="sng">
            <a:solidFill>
              <a:schemeClr val="dk1"/>
            </a:solidFill>
            <a:prstDash val="solid"/>
            <a:round/>
            <a:headEnd type="none" w="med" len="med"/>
            <a:tailEnd type="oval" w="med" len="med"/>
          </a:ln>
        </p:spPr>
      </p:cxnSp>
      <p:cxnSp>
        <p:nvCxnSpPr>
          <p:cNvPr id="1188" name="Google Shape;1188;p63"/>
          <p:cNvCxnSpPr>
            <a:stCxn id="1183" idx="1"/>
            <a:endCxn id="1184" idx="1"/>
          </p:cNvCxnSpPr>
          <p:nvPr/>
        </p:nvCxnSpPr>
        <p:spPr>
          <a:xfrm rot="10800000" flipV="1">
            <a:off x="2312524" y="2715990"/>
            <a:ext cx="12700" cy="632164"/>
          </a:xfrm>
          <a:prstGeom prst="bentConnector3">
            <a:avLst>
              <a:gd name="adj1" fmla="val 1800000"/>
            </a:avLst>
          </a:prstGeom>
          <a:noFill/>
          <a:ln w="19050" cap="flat" cmpd="sng">
            <a:solidFill>
              <a:schemeClr val="dk1"/>
            </a:solidFill>
            <a:prstDash val="solid"/>
            <a:round/>
            <a:headEnd type="none" w="med" len="med"/>
            <a:tailEnd type="oval"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60" name="Google Shape;1160;p62"/>
          <p:cNvSpPr txBox="1">
            <a:spLocks noGrp="1"/>
          </p:cNvSpPr>
          <p:nvPr>
            <p:ph type="title"/>
          </p:nvPr>
        </p:nvSpPr>
        <p:spPr>
          <a:xfrm>
            <a:off x="676499" y="165906"/>
            <a:ext cx="8062106" cy="631500"/>
          </a:xfrm>
          <a:prstGeom prst="rect">
            <a:avLst/>
          </a:prstGeom>
        </p:spPr>
        <p:txBody>
          <a:bodyPr spcFirstLastPara="1" wrap="square" lIns="91425" tIns="91425" rIns="91425" bIns="91425" anchor="t" anchorCtr="0">
            <a:noAutofit/>
          </a:bodyPr>
          <a:lstStyle/>
          <a:p>
            <a:pPr lvl="0"/>
            <a:r>
              <a:rPr lang="en" sz="1800" dirty="0">
                <a:solidFill>
                  <a:srgbClr val="191939"/>
                </a:solidFill>
                <a:latin typeface="DM Sans"/>
                <a:sym typeface="DM Sans"/>
              </a:rPr>
              <a:t>Postulaciones finalizadas por área de conocimiento </a:t>
            </a:r>
            <a:br>
              <a:rPr lang="en" sz="1800" dirty="0">
                <a:solidFill>
                  <a:srgbClr val="191939"/>
                </a:solidFill>
                <a:latin typeface="DM Sans"/>
                <a:sym typeface="DM Sans"/>
              </a:rPr>
            </a:br>
            <a:r>
              <a:rPr lang="en" sz="1800" dirty="0">
                <a:solidFill>
                  <a:srgbClr val="191939"/>
                </a:solidFill>
                <a:latin typeface="DM Sans"/>
                <a:sym typeface="DM Sans"/>
              </a:rPr>
              <a:t>y nivel de categorización</a:t>
            </a:r>
            <a:endParaRPr sz="1800" dirty="0">
              <a:solidFill>
                <a:srgbClr val="FF0000"/>
              </a:solidFill>
            </a:endParaRPr>
          </a:p>
        </p:txBody>
      </p:sp>
      <p:graphicFrame>
        <p:nvGraphicFramePr>
          <p:cNvPr id="6" name="Tabla 5">
            <a:extLst>
              <a:ext uri="{FF2B5EF4-FFF2-40B4-BE49-F238E27FC236}">
                <a16:creationId xmlns:a16="http://schemas.microsoft.com/office/drawing/2014/main" id="{CD410322-27EE-F0E5-695C-A86309FE8AE2}"/>
              </a:ext>
            </a:extLst>
          </p:cNvPr>
          <p:cNvGraphicFramePr>
            <a:graphicFrameLocks noGrp="1"/>
          </p:cNvGraphicFramePr>
          <p:nvPr>
            <p:extLst>
              <p:ext uri="{D42A27DB-BD31-4B8C-83A1-F6EECF244321}">
                <p14:modId xmlns:p14="http://schemas.microsoft.com/office/powerpoint/2010/main" val="3344781075"/>
              </p:ext>
            </p:extLst>
          </p:nvPr>
        </p:nvGraphicFramePr>
        <p:xfrm>
          <a:off x="760617" y="1575526"/>
          <a:ext cx="2133600" cy="1143000"/>
        </p:xfrm>
        <a:graphic>
          <a:graphicData uri="http://schemas.openxmlformats.org/drawingml/2006/table">
            <a:tbl>
              <a:tblPr/>
              <a:tblGrid>
                <a:gridCol w="762000">
                  <a:extLst>
                    <a:ext uri="{9D8B030D-6E8A-4147-A177-3AD203B41FA5}">
                      <a16:colId xmlns:a16="http://schemas.microsoft.com/office/drawing/2014/main" val="2651576766"/>
                    </a:ext>
                  </a:extLst>
                </a:gridCol>
                <a:gridCol w="1371600">
                  <a:extLst>
                    <a:ext uri="{9D8B030D-6E8A-4147-A177-3AD203B41FA5}">
                      <a16:colId xmlns:a16="http://schemas.microsoft.com/office/drawing/2014/main" val="4221399540"/>
                    </a:ext>
                  </a:extLst>
                </a:gridCol>
              </a:tblGrid>
              <a:tr h="190500">
                <a:tc gridSpan="2">
                  <a:txBody>
                    <a:bodyPr/>
                    <a:lstStyle/>
                    <a:p>
                      <a:pPr algn="ctr" fontAlgn="ctr">
                        <a:buNone/>
                      </a:pPr>
                      <a:r>
                        <a:rPr lang="es-MX" sz="1100" b="1" i="0" u="none" strike="noStrike">
                          <a:solidFill>
                            <a:srgbClr val="000000"/>
                          </a:solidFill>
                          <a:effectLst/>
                          <a:latin typeface="Arial" panose="020B0604020202020204" pitchFamily="34" charset="0"/>
                        </a:rPr>
                        <a:t>Ciencias Médicas y de la Salud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hMerge="1">
                  <a:txBody>
                    <a:bodyPr/>
                    <a:lstStyle/>
                    <a:p>
                      <a:endParaRPr lang="es-MX"/>
                    </a:p>
                  </a:txBody>
                  <a:tcPr/>
                </a:tc>
                <a:extLst>
                  <a:ext uri="{0D108BD9-81ED-4DB2-BD59-A6C34878D82A}">
                    <a16:rowId xmlns:a16="http://schemas.microsoft.com/office/drawing/2014/main" val="3328852854"/>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Nivel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es-MX" sz="1100" b="1" i="0" u="none" strike="noStrike" dirty="0">
                          <a:solidFill>
                            <a:srgbClr val="000000"/>
                          </a:solidFill>
                          <a:effectLst/>
                          <a:latin typeface="Arial" panose="020B0604020202020204" pitchFamily="34" charset="0"/>
                        </a:rPr>
                        <a:t>Cantidad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679596640"/>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Nivel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es-MX" sz="1100" b="1" i="0" u="none" strike="noStrike">
                          <a:solidFill>
                            <a:srgbClr val="000000"/>
                          </a:solidFill>
                          <a:effectLst/>
                          <a:latin typeface="Arial" panose="020B0604020202020204" pitchFamily="34" charset="0"/>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544629059"/>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Nivel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es-MX" sz="1100" b="1" i="0" u="none" strike="noStrike">
                          <a:solidFill>
                            <a:srgbClr val="000000"/>
                          </a:solidFill>
                          <a:effectLst/>
                          <a:latin typeface="Arial" panose="020B06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549123629"/>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Nivel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es-MX" sz="1100" b="1" i="0" u="none" strike="noStrike">
                          <a:solidFill>
                            <a:srgbClr val="000000"/>
                          </a:solidFill>
                          <a:effectLst/>
                          <a:latin typeface="Arial" panose="020B06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175695364"/>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es-MX" sz="1100" b="1" i="0" u="none" strike="noStrike" dirty="0">
                          <a:solidFill>
                            <a:srgbClr val="FF0000"/>
                          </a:solidFill>
                          <a:effectLst/>
                          <a:latin typeface="Arial" panose="020B0604020202020204" pitchFamily="34" charset="0"/>
                        </a:rPr>
                        <a:t>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778398273"/>
                  </a:ext>
                </a:extLst>
              </a:tr>
            </a:tbl>
          </a:graphicData>
        </a:graphic>
      </p:graphicFrame>
      <p:graphicFrame>
        <p:nvGraphicFramePr>
          <p:cNvPr id="8" name="Tabla 7">
            <a:extLst>
              <a:ext uri="{FF2B5EF4-FFF2-40B4-BE49-F238E27FC236}">
                <a16:creationId xmlns:a16="http://schemas.microsoft.com/office/drawing/2014/main" id="{DDB14E05-CE65-26E9-9302-1FA85751FB06}"/>
              </a:ext>
            </a:extLst>
          </p:cNvPr>
          <p:cNvGraphicFramePr>
            <a:graphicFrameLocks noGrp="1"/>
          </p:cNvGraphicFramePr>
          <p:nvPr>
            <p:extLst>
              <p:ext uri="{D42A27DB-BD31-4B8C-83A1-F6EECF244321}">
                <p14:modId xmlns:p14="http://schemas.microsoft.com/office/powerpoint/2010/main" val="4289534880"/>
              </p:ext>
            </p:extLst>
          </p:nvPr>
        </p:nvGraphicFramePr>
        <p:xfrm>
          <a:off x="1424023" y="3214287"/>
          <a:ext cx="2140307" cy="1143000"/>
        </p:xfrm>
        <a:graphic>
          <a:graphicData uri="http://schemas.openxmlformats.org/drawingml/2006/table">
            <a:tbl>
              <a:tblPr/>
              <a:tblGrid>
                <a:gridCol w="785433">
                  <a:extLst>
                    <a:ext uri="{9D8B030D-6E8A-4147-A177-3AD203B41FA5}">
                      <a16:colId xmlns:a16="http://schemas.microsoft.com/office/drawing/2014/main" val="242879152"/>
                    </a:ext>
                  </a:extLst>
                </a:gridCol>
                <a:gridCol w="1354874">
                  <a:extLst>
                    <a:ext uri="{9D8B030D-6E8A-4147-A177-3AD203B41FA5}">
                      <a16:colId xmlns:a16="http://schemas.microsoft.com/office/drawing/2014/main" val="2575133939"/>
                    </a:ext>
                  </a:extLst>
                </a:gridCol>
              </a:tblGrid>
              <a:tr h="190500">
                <a:tc gridSpan="2">
                  <a:txBody>
                    <a:bodyPr/>
                    <a:lstStyle/>
                    <a:p>
                      <a:pPr algn="ctr" fontAlgn="ctr">
                        <a:buNone/>
                      </a:pPr>
                      <a:r>
                        <a:rPr lang="es-MX" sz="1100" b="1" i="0" u="none" strike="noStrike" dirty="0">
                          <a:solidFill>
                            <a:srgbClr val="000000"/>
                          </a:solidFill>
                          <a:effectLst/>
                          <a:latin typeface="Arial" panose="020B0604020202020204" pitchFamily="34" charset="0"/>
                        </a:rPr>
                        <a:t>Ciencias Naturales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hMerge="1">
                  <a:txBody>
                    <a:bodyPr/>
                    <a:lstStyle/>
                    <a:p>
                      <a:endParaRPr lang="es-MX"/>
                    </a:p>
                  </a:txBody>
                  <a:tcPr/>
                </a:tc>
                <a:extLst>
                  <a:ext uri="{0D108BD9-81ED-4DB2-BD59-A6C34878D82A}">
                    <a16:rowId xmlns:a16="http://schemas.microsoft.com/office/drawing/2014/main" val="877104377"/>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buNone/>
                      </a:pPr>
                      <a:r>
                        <a:rPr lang="es-MX" sz="1100" b="1" i="0" u="none" strike="noStrike">
                          <a:solidFill>
                            <a:srgbClr val="000000"/>
                          </a:solidFill>
                          <a:effectLst/>
                          <a:latin typeface="Arial" panose="020B0604020202020204" pitchFamily="34" charset="0"/>
                        </a:rPr>
                        <a:t>Cantidad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3123869387"/>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buNone/>
                      </a:pPr>
                      <a:r>
                        <a:rPr lang="es-MX" sz="1100" b="1" i="0" u="none" strike="noStrike">
                          <a:solidFill>
                            <a:srgbClr val="000000"/>
                          </a:solidFill>
                          <a:effectLst/>
                          <a:latin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3510903045"/>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buNone/>
                      </a:pPr>
                      <a:r>
                        <a:rPr lang="es-MX" sz="1100" b="1" i="0" u="none" strike="noStrike" dirty="0">
                          <a:solidFill>
                            <a:srgbClr val="000000"/>
                          </a:solidFill>
                          <a:effectLst/>
                          <a:latin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541399809"/>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3593290317"/>
                  </a:ext>
                </a:extLst>
              </a:tr>
              <a:tr h="190500">
                <a:tc>
                  <a:txBody>
                    <a:bodyPr/>
                    <a:lstStyle/>
                    <a:p>
                      <a:pPr algn="ctr" fontAlgn="b">
                        <a:buNone/>
                      </a:pPr>
                      <a:r>
                        <a:rPr lang="es-MX" sz="1100" b="1" i="0" u="none" strike="noStrike" dirty="0">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buNone/>
                      </a:pPr>
                      <a:r>
                        <a:rPr lang="es-MX" sz="1100" b="1" i="0" u="none" strike="noStrike" dirty="0">
                          <a:solidFill>
                            <a:srgbClr val="FF0000"/>
                          </a:solidFill>
                          <a:effectLst/>
                          <a:latin typeface="Arial" panose="020B0604020202020204" pitchFamily="34"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1357294279"/>
                  </a:ext>
                </a:extLst>
              </a:tr>
            </a:tbl>
          </a:graphicData>
        </a:graphic>
      </p:graphicFrame>
      <p:graphicFrame>
        <p:nvGraphicFramePr>
          <p:cNvPr id="10" name="Tabla 9">
            <a:extLst>
              <a:ext uri="{FF2B5EF4-FFF2-40B4-BE49-F238E27FC236}">
                <a16:creationId xmlns:a16="http://schemas.microsoft.com/office/drawing/2014/main" id="{F0F19DF5-1266-B726-567D-4821B75B2840}"/>
              </a:ext>
            </a:extLst>
          </p:cNvPr>
          <p:cNvGraphicFramePr>
            <a:graphicFrameLocks noGrp="1"/>
          </p:cNvGraphicFramePr>
          <p:nvPr>
            <p:extLst>
              <p:ext uri="{D42A27DB-BD31-4B8C-83A1-F6EECF244321}">
                <p14:modId xmlns:p14="http://schemas.microsoft.com/office/powerpoint/2010/main" val="2985740142"/>
              </p:ext>
            </p:extLst>
          </p:nvPr>
        </p:nvGraphicFramePr>
        <p:xfrm>
          <a:off x="3640752" y="1575526"/>
          <a:ext cx="2133600" cy="1230630"/>
        </p:xfrm>
        <a:graphic>
          <a:graphicData uri="http://schemas.openxmlformats.org/drawingml/2006/table">
            <a:tbl>
              <a:tblPr/>
              <a:tblGrid>
                <a:gridCol w="762000">
                  <a:extLst>
                    <a:ext uri="{9D8B030D-6E8A-4147-A177-3AD203B41FA5}">
                      <a16:colId xmlns:a16="http://schemas.microsoft.com/office/drawing/2014/main" val="1931883685"/>
                    </a:ext>
                  </a:extLst>
                </a:gridCol>
                <a:gridCol w="1371600">
                  <a:extLst>
                    <a:ext uri="{9D8B030D-6E8A-4147-A177-3AD203B41FA5}">
                      <a16:colId xmlns:a16="http://schemas.microsoft.com/office/drawing/2014/main" val="2159542497"/>
                    </a:ext>
                  </a:extLst>
                </a:gridCol>
              </a:tblGrid>
              <a:tr h="323938">
                <a:tc gridSpan="2">
                  <a:txBody>
                    <a:bodyPr/>
                    <a:lstStyle/>
                    <a:p>
                      <a:pPr algn="ctr" fontAlgn="ctr">
                        <a:buNone/>
                      </a:pPr>
                      <a:r>
                        <a:rPr lang="es-MX" sz="1100" b="1" i="0" u="none" strike="noStrike" dirty="0">
                          <a:solidFill>
                            <a:srgbClr val="000000"/>
                          </a:solidFill>
                          <a:effectLst/>
                          <a:latin typeface="Arial" panose="020B0604020202020204" pitchFamily="34" charset="0"/>
                        </a:rPr>
                        <a:t>Ciencias Sociales y Humanidades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hMerge="1">
                  <a:txBody>
                    <a:bodyPr/>
                    <a:lstStyle/>
                    <a:p>
                      <a:endParaRPr lang="es-MX"/>
                    </a:p>
                  </a:txBody>
                  <a:tcPr/>
                </a:tc>
                <a:extLst>
                  <a:ext uri="{0D108BD9-81ED-4DB2-BD59-A6C34878D82A}">
                    <a16:rowId xmlns:a16="http://schemas.microsoft.com/office/drawing/2014/main" val="3265468742"/>
                  </a:ext>
                </a:extLst>
              </a:tr>
              <a:tr h="166443">
                <a:tc>
                  <a:txBody>
                    <a:bodyPr/>
                    <a:lstStyle/>
                    <a:p>
                      <a:pPr algn="ctr" fontAlgn="b">
                        <a:buNone/>
                      </a:pPr>
                      <a:r>
                        <a:rPr lang="es-MX" sz="1100" b="1" i="0" u="none" strike="noStrike">
                          <a:solidFill>
                            <a:srgbClr val="000000"/>
                          </a:solidFill>
                          <a:effectLst/>
                          <a:latin typeface="Arial" panose="020B0604020202020204" pitchFamily="34" charset="0"/>
                        </a:rPr>
                        <a:t>Nivel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a:txBody>
                    <a:bodyPr/>
                    <a:lstStyle/>
                    <a:p>
                      <a:pPr algn="ctr" fontAlgn="b">
                        <a:buNone/>
                      </a:pPr>
                      <a:r>
                        <a:rPr lang="es-MX" sz="1100" b="1" i="0" u="none" strike="noStrike">
                          <a:solidFill>
                            <a:srgbClr val="000000"/>
                          </a:solidFill>
                          <a:effectLst/>
                          <a:latin typeface="Arial" panose="020B0604020202020204" pitchFamily="34" charset="0"/>
                        </a:rPr>
                        <a:t>Cantidad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extLst>
                  <a:ext uri="{0D108BD9-81ED-4DB2-BD59-A6C34878D82A}">
                    <a16:rowId xmlns:a16="http://schemas.microsoft.com/office/drawing/2014/main" val="3222221684"/>
                  </a:ext>
                </a:extLst>
              </a:tr>
              <a:tr h="166443">
                <a:tc>
                  <a:txBody>
                    <a:bodyPr/>
                    <a:lstStyle/>
                    <a:p>
                      <a:pPr algn="ctr" fontAlgn="b">
                        <a:buNone/>
                      </a:pPr>
                      <a:r>
                        <a:rPr lang="es-MX" sz="1100" b="1" i="0" u="none" strike="noStrike">
                          <a:solidFill>
                            <a:srgbClr val="000000"/>
                          </a:solidFill>
                          <a:effectLst/>
                          <a:latin typeface="Arial" panose="020B0604020202020204" pitchFamily="34" charset="0"/>
                        </a:rPr>
                        <a:t>Nivel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a:txBody>
                    <a:bodyPr/>
                    <a:lstStyle/>
                    <a:p>
                      <a:pPr algn="ctr" fontAlgn="b">
                        <a:buNone/>
                      </a:pPr>
                      <a:r>
                        <a:rPr lang="es-MX" sz="1100" b="1" i="0" u="none" strike="noStrike" dirty="0">
                          <a:solidFill>
                            <a:srgbClr val="000000"/>
                          </a:solidFill>
                          <a:effectLst/>
                          <a:latin typeface="Arial" panose="020B0604020202020204" pitchFamily="34" charset="0"/>
                        </a:rPr>
                        <a:t>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extLst>
                  <a:ext uri="{0D108BD9-81ED-4DB2-BD59-A6C34878D82A}">
                    <a16:rowId xmlns:a16="http://schemas.microsoft.com/office/drawing/2014/main" val="3054381246"/>
                  </a:ext>
                </a:extLst>
              </a:tr>
              <a:tr h="166443">
                <a:tc>
                  <a:txBody>
                    <a:bodyPr/>
                    <a:lstStyle/>
                    <a:p>
                      <a:pPr algn="ctr" fontAlgn="b">
                        <a:buNone/>
                      </a:pPr>
                      <a:r>
                        <a:rPr lang="es-MX" sz="1100" b="1" i="0" u="none" strike="noStrike" dirty="0">
                          <a:solidFill>
                            <a:srgbClr val="000000"/>
                          </a:solidFill>
                          <a:effectLst/>
                          <a:latin typeface="Arial" panose="020B0604020202020204" pitchFamily="34" charset="0"/>
                        </a:rPr>
                        <a:t>Nivel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a:txBody>
                    <a:bodyPr/>
                    <a:lstStyle/>
                    <a:p>
                      <a:pPr algn="ctr" fontAlgn="b">
                        <a:buNone/>
                      </a:pPr>
                      <a:r>
                        <a:rPr lang="es-MX" sz="1100" b="1" i="0" u="none" strike="noStrike">
                          <a:solidFill>
                            <a:srgbClr val="000000"/>
                          </a:solidFill>
                          <a:effectLst/>
                          <a:latin typeface="Arial" panose="020B06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extLst>
                  <a:ext uri="{0D108BD9-81ED-4DB2-BD59-A6C34878D82A}">
                    <a16:rowId xmlns:a16="http://schemas.microsoft.com/office/drawing/2014/main" val="413389323"/>
                  </a:ext>
                </a:extLst>
              </a:tr>
              <a:tr h="166443">
                <a:tc>
                  <a:txBody>
                    <a:bodyPr/>
                    <a:lstStyle/>
                    <a:p>
                      <a:pPr algn="ctr" fontAlgn="b">
                        <a:buNone/>
                      </a:pPr>
                      <a:r>
                        <a:rPr lang="es-MX" sz="1100" b="1" i="0" u="none" strike="noStrike">
                          <a:solidFill>
                            <a:srgbClr val="000000"/>
                          </a:solidFill>
                          <a:effectLst/>
                          <a:latin typeface="Arial" panose="020B0604020202020204" pitchFamily="34" charset="0"/>
                        </a:rPr>
                        <a:t>Nivel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extLst>
                  <a:ext uri="{0D108BD9-81ED-4DB2-BD59-A6C34878D82A}">
                    <a16:rowId xmlns:a16="http://schemas.microsoft.com/office/drawing/2014/main" val="2663645678"/>
                  </a:ext>
                </a:extLst>
              </a:tr>
              <a:tr h="166443">
                <a:tc>
                  <a:txBody>
                    <a:bodyPr/>
                    <a:lstStyle/>
                    <a:p>
                      <a:pPr algn="ctr" fontAlgn="b">
                        <a:buNone/>
                      </a:pPr>
                      <a:r>
                        <a:rPr lang="es-MX" sz="1100" b="1" i="0" u="none" strike="noStrike">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tc>
                  <a:txBody>
                    <a:bodyPr/>
                    <a:lstStyle/>
                    <a:p>
                      <a:pPr algn="ctr" fontAlgn="b">
                        <a:buNone/>
                      </a:pPr>
                      <a:r>
                        <a:rPr lang="es-MX" sz="1100" b="1" i="0" u="none" strike="noStrike" dirty="0">
                          <a:solidFill>
                            <a:srgbClr val="FF0000"/>
                          </a:solidFill>
                          <a:effectLst/>
                          <a:latin typeface="Arial" panose="020B0604020202020204" pitchFamily="34"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95000"/>
                      </a:schemeClr>
                    </a:solidFill>
                  </a:tcPr>
                </a:tc>
                <a:extLst>
                  <a:ext uri="{0D108BD9-81ED-4DB2-BD59-A6C34878D82A}">
                    <a16:rowId xmlns:a16="http://schemas.microsoft.com/office/drawing/2014/main" val="3860541156"/>
                  </a:ext>
                </a:extLst>
              </a:tr>
            </a:tbl>
          </a:graphicData>
        </a:graphic>
      </p:graphicFrame>
      <p:graphicFrame>
        <p:nvGraphicFramePr>
          <p:cNvPr id="12" name="Tabla 11">
            <a:extLst>
              <a:ext uri="{FF2B5EF4-FFF2-40B4-BE49-F238E27FC236}">
                <a16:creationId xmlns:a16="http://schemas.microsoft.com/office/drawing/2014/main" id="{C0669549-6FFE-26FC-7518-2AF741F06FE3}"/>
              </a:ext>
            </a:extLst>
          </p:cNvPr>
          <p:cNvGraphicFramePr>
            <a:graphicFrameLocks noGrp="1"/>
          </p:cNvGraphicFramePr>
          <p:nvPr>
            <p:extLst>
              <p:ext uri="{D42A27DB-BD31-4B8C-83A1-F6EECF244321}">
                <p14:modId xmlns:p14="http://schemas.microsoft.com/office/powerpoint/2010/main" val="1853558580"/>
              </p:ext>
            </p:extLst>
          </p:nvPr>
        </p:nvGraphicFramePr>
        <p:xfrm>
          <a:off x="6300583" y="1554202"/>
          <a:ext cx="2082800" cy="1251954"/>
        </p:xfrm>
        <a:graphic>
          <a:graphicData uri="http://schemas.openxmlformats.org/drawingml/2006/table">
            <a:tbl>
              <a:tblPr/>
              <a:tblGrid>
                <a:gridCol w="764330">
                  <a:extLst>
                    <a:ext uri="{9D8B030D-6E8A-4147-A177-3AD203B41FA5}">
                      <a16:colId xmlns:a16="http://schemas.microsoft.com/office/drawing/2014/main" val="1957524927"/>
                    </a:ext>
                  </a:extLst>
                </a:gridCol>
                <a:gridCol w="1318470">
                  <a:extLst>
                    <a:ext uri="{9D8B030D-6E8A-4147-A177-3AD203B41FA5}">
                      <a16:colId xmlns:a16="http://schemas.microsoft.com/office/drawing/2014/main" val="676391492"/>
                    </a:ext>
                  </a:extLst>
                </a:gridCol>
              </a:tblGrid>
              <a:tr h="208659">
                <a:tc gridSpan="2">
                  <a:txBody>
                    <a:bodyPr/>
                    <a:lstStyle/>
                    <a:p>
                      <a:pPr algn="ctr" fontAlgn="ctr">
                        <a:buNone/>
                      </a:pPr>
                      <a:r>
                        <a:rPr lang="es-MX" sz="1100" b="1" i="0" u="none" strike="noStrike" dirty="0">
                          <a:solidFill>
                            <a:srgbClr val="000000"/>
                          </a:solidFill>
                          <a:effectLst/>
                          <a:latin typeface="Arial" panose="020B0604020202020204" pitchFamily="34" charset="0"/>
                        </a:rPr>
                        <a:t>Ingenierías y Tecnologías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hMerge="1">
                  <a:txBody>
                    <a:bodyPr/>
                    <a:lstStyle/>
                    <a:p>
                      <a:endParaRPr lang="es-MX"/>
                    </a:p>
                  </a:txBody>
                  <a:tcPr/>
                </a:tc>
                <a:extLst>
                  <a:ext uri="{0D108BD9-81ED-4DB2-BD59-A6C34878D82A}">
                    <a16:rowId xmlns:a16="http://schemas.microsoft.com/office/drawing/2014/main" val="2565819058"/>
                  </a:ext>
                </a:extLst>
              </a:tr>
              <a:tr h="208659">
                <a:tc>
                  <a:txBody>
                    <a:bodyPr/>
                    <a:lstStyle/>
                    <a:p>
                      <a:pPr algn="ctr" fontAlgn="b">
                        <a:buNone/>
                      </a:pPr>
                      <a:r>
                        <a:rPr lang="es-MX" sz="1100" b="1" i="0" u="none" strike="noStrike">
                          <a:solidFill>
                            <a:srgbClr val="000000"/>
                          </a:solidFill>
                          <a:effectLst/>
                          <a:latin typeface="Arial" panose="020B0604020202020204" pitchFamily="34" charset="0"/>
                        </a:rPr>
                        <a:t>Nivel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s-MX" sz="1100" b="1" i="0" u="none" strike="noStrike">
                          <a:solidFill>
                            <a:srgbClr val="000000"/>
                          </a:solidFill>
                          <a:effectLst/>
                          <a:latin typeface="Arial" panose="020B0604020202020204" pitchFamily="34" charset="0"/>
                        </a:rPr>
                        <a:t>Cantidad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585937689"/>
                  </a:ext>
                </a:extLst>
              </a:tr>
              <a:tr h="208659">
                <a:tc>
                  <a:txBody>
                    <a:bodyPr/>
                    <a:lstStyle/>
                    <a:p>
                      <a:pPr algn="ctr" fontAlgn="b">
                        <a:buNone/>
                      </a:pPr>
                      <a:r>
                        <a:rPr lang="es-MX" sz="1100" b="1" i="0" u="none" strike="noStrike">
                          <a:solidFill>
                            <a:srgbClr val="000000"/>
                          </a:solidFill>
                          <a:effectLst/>
                          <a:latin typeface="Arial" panose="020B0604020202020204" pitchFamily="34" charset="0"/>
                        </a:rPr>
                        <a:t>Nivel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s-MX" sz="1100" b="1" i="0" u="none" strike="noStrike">
                          <a:solidFill>
                            <a:srgbClr val="000000"/>
                          </a:solidFill>
                          <a:effectLst/>
                          <a:latin typeface="Arial" panose="020B060402020202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042154160"/>
                  </a:ext>
                </a:extLst>
              </a:tr>
              <a:tr h="208659">
                <a:tc>
                  <a:txBody>
                    <a:bodyPr/>
                    <a:lstStyle/>
                    <a:p>
                      <a:pPr algn="ctr" fontAlgn="b">
                        <a:buNone/>
                      </a:pPr>
                      <a:r>
                        <a:rPr lang="es-MX" sz="1100" b="1" i="0" u="none" strike="noStrike">
                          <a:solidFill>
                            <a:srgbClr val="000000"/>
                          </a:solidFill>
                          <a:effectLst/>
                          <a:latin typeface="Arial" panose="020B0604020202020204" pitchFamily="34" charset="0"/>
                        </a:rPr>
                        <a:t>Nivel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837761298"/>
                  </a:ext>
                </a:extLst>
              </a:tr>
              <a:tr h="208659">
                <a:tc>
                  <a:txBody>
                    <a:bodyPr/>
                    <a:lstStyle/>
                    <a:p>
                      <a:pPr algn="ctr" fontAlgn="b">
                        <a:buNone/>
                      </a:pPr>
                      <a:r>
                        <a:rPr lang="es-MX" sz="1100" b="1" i="0" u="none" strike="noStrike">
                          <a:solidFill>
                            <a:srgbClr val="000000"/>
                          </a:solidFill>
                          <a:effectLst/>
                          <a:latin typeface="Arial" panose="020B0604020202020204" pitchFamily="34" charset="0"/>
                        </a:rPr>
                        <a:t>Nivel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654258470"/>
                  </a:ext>
                </a:extLst>
              </a:tr>
              <a:tr h="208659">
                <a:tc>
                  <a:txBody>
                    <a:bodyPr/>
                    <a:lstStyle/>
                    <a:p>
                      <a:pPr algn="ctr" fontAlgn="b">
                        <a:buNone/>
                      </a:pPr>
                      <a:r>
                        <a:rPr lang="es-MX" sz="1100" b="1" i="0" u="none" strike="noStrike">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s-MX" sz="1100" b="1" i="0" u="none" strike="noStrike" dirty="0">
                          <a:solidFill>
                            <a:srgbClr val="FF0000"/>
                          </a:solidFill>
                          <a:effectLst/>
                          <a:latin typeface="Arial" panose="020B060402020202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77275574"/>
                  </a:ext>
                </a:extLst>
              </a:tr>
            </a:tbl>
          </a:graphicData>
        </a:graphic>
      </p:graphicFrame>
      <p:graphicFrame>
        <p:nvGraphicFramePr>
          <p:cNvPr id="14" name="Tabla 13">
            <a:extLst>
              <a:ext uri="{FF2B5EF4-FFF2-40B4-BE49-F238E27FC236}">
                <a16:creationId xmlns:a16="http://schemas.microsoft.com/office/drawing/2014/main" id="{CCDAB338-1677-E2D0-AD30-5007C7747B70}"/>
              </a:ext>
            </a:extLst>
          </p:cNvPr>
          <p:cNvGraphicFramePr>
            <a:graphicFrameLocks noGrp="1"/>
          </p:cNvGraphicFramePr>
          <p:nvPr>
            <p:extLst>
              <p:ext uri="{D42A27DB-BD31-4B8C-83A1-F6EECF244321}">
                <p14:modId xmlns:p14="http://schemas.microsoft.com/office/powerpoint/2010/main" val="1920783101"/>
              </p:ext>
            </p:extLst>
          </p:nvPr>
        </p:nvGraphicFramePr>
        <p:xfrm>
          <a:off x="5141447" y="3273894"/>
          <a:ext cx="2186947" cy="1143000"/>
        </p:xfrm>
        <a:graphic>
          <a:graphicData uri="http://schemas.openxmlformats.org/drawingml/2006/table">
            <a:tbl>
              <a:tblPr/>
              <a:tblGrid>
                <a:gridCol w="688802">
                  <a:extLst>
                    <a:ext uri="{9D8B030D-6E8A-4147-A177-3AD203B41FA5}">
                      <a16:colId xmlns:a16="http://schemas.microsoft.com/office/drawing/2014/main" val="2975277228"/>
                    </a:ext>
                  </a:extLst>
                </a:gridCol>
                <a:gridCol w="1498145">
                  <a:extLst>
                    <a:ext uri="{9D8B030D-6E8A-4147-A177-3AD203B41FA5}">
                      <a16:colId xmlns:a16="http://schemas.microsoft.com/office/drawing/2014/main" val="989427827"/>
                    </a:ext>
                  </a:extLst>
                </a:gridCol>
              </a:tblGrid>
              <a:tr h="190500">
                <a:tc gridSpan="2">
                  <a:txBody>
                    <a:bodyPr/>
                    <a:lstStyle/>
                    <a:p>
                      <a:pPr algn="ctr" fontAlgn="ctr">
                        <a:buNone/>
                      </a:pPr>
                      <a:r>
                        <a:rPr lang="es-MX" sz="1100" b="1" i="0" u="none" strike="noStrike" dirty="0">
                          <a:solidFill>
                            <a:srgbClr val="000000"/>
                          </a:solidFill>
                          <a:effectLst/>
                          <a:latin typeface="Arial" panose="020B0604020202020204" pitchFamily="34" charset="0"/>
                        </a:rPr>
                        <a:t>Ciencias Agrarias y Veterinaria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hMerge="1">
                  <a:txBody>
                    <a:bodyPr/>
                    <a:lstStyle/>
                    <a:p>
                      <a:endParaRPr lang="es-MX"/>
                    </a:p>
                  </a:txBody>
                  <a:tcPr/>
                </a:tc>
                <a:extLst>
                  <a:ext uri="{0D108BD9-81ED-4DB2-BD59-A6C34878D82A}">
                    <a16:rowId xmlns:a16="http://schemas.microsoft.com/office/drawing/2014/main" val="3967503904"/>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b">
                        <a:buNone/>
                      </a:pPr>
                      <a:r>
                        <a:rPr lang="es-MX" sz="1100" b="1" i="0" u="none" strike="noStrike" dirty="0">
                          <a:solidFill>
                            <a:srgbClr val="000000"/>
                          </a:solidFill>
                          <a:effectLst/>
                          <a:latin typeface="Arial" panose="020B0604020202020204" pitchFamily="34" charset="0"/>
                        </a:rPr>
                        <a:t>Cantidad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3672831481"/>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b">
                        <a:buNone/>
                      </a:pPr>
                      <a:r>
                        <a:rPr lang="es-MX" sz="1100" b="1" i="0" u="none" strike="noStrike">
                          <a:solidFill>
                            <a:srgbClr val="000000"/>
                          </a:solidFill>
                          <a:effectLst/>
                          <a:latin typeface="Arial" panose="020B060402020202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4130543534"/>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1759050696"/>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Nivel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b">
                        <a:buNone/>
                      </a:pPr>
                      <a:r>
                        <a:rPr lang="es-MX" sz="1100" b="1" i="0" u="none" strike="noStrike">
                          <a:solidFill>
                            <a:srgbClr val="000000"/>
                          </a:solidFill>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2329703758"/>
                  </a:ext>
                </a:extLst>
              </a:tr>
              <a:tr h="190500">
                <a:tc>
                  <a:txBody>
                    <a:bodyPr/>
                    <a:lstStyle/>
                    <a:p>
                      <a:pPr algn="ctr" fontAlgn="b">
                        <a:buNone/>
                      </a:pPr>
                      <a:r>
                        <a:rPr lang="es-MX" sz="1100" b="1" i="0" u="none" strike="noStrike">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ctr" fontAlgn="b">
                        <a:buNone/>
                      </a:pPr>
                      <a:r>
                        <a:rPr lang="es-MX" sz="1100" b="1" i="0" u="none" strike="noStrike" dirty="0">
                          <a:solidFill>
                            <a:srgbClr val="FF0000"/>
                          </a:solidFill>
                          <a:effectLst/>
                          <a:latin typeface="Arial" panose="020B060402020202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3436069282"/>
                  </a:ext>
                </a:extLst>
              </a:tr>
            </a:tbl>
          </a:graphicData>
        </a:graphic>
      </p:graphicFrame>
      <p:sp>
        <p:nvSpPr>
          <p:cNvPr id="16" name="Google Shape;1128;p41">
            <a:extLst>
              <a:ext uri="{FF2B5EF4-FFF2-40B4-BE49-F238E27FC236}">
                <a16:creationId xmlns:a16="http://schemas.microsoft.com/office/drawing/2014/main" id="{6A53A3B8-4397-9721-CA29-BC11A24B7E8E}"/>
              </a:ext>
            </a:extLst>
          </p:cNvPr>
          <p:cNvSpPr txBox="1">
            <a:spLocks/>
          </p:cNvSpPr>
          <p:nvPr/>
        </p:nvSpPr>
        <p:spPr>
          <a:xfrm>
            <a:off x="3113810" y="4582132"/>
            <a:ext cx="2916379" cy="3337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1pPr>
            <a:lvl2pPr marR="0" lvl="1"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2pPr>
            <a:lvl3pPr marR="0" lvl="2"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3pPr>
            <a:lvl4pPr marR="0" lvl="3"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4pPr>
            <a:lvl5pPr marR="0" lvl="4"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5pPr>
            <a:lvl6pPr marR="0" lvl="5"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6pPr>
            <a:lvl7pPr marR="0" lvl="6"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7pPr>
            <a:lvl8pPr marR="0" lvl="7"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8pPr>
            <a:lvl9pPr marR="0" lvl="8" algn="ctr" rtl="0">
              <a:lnSpc>
                <a:spcPct val="100000"/>
              </a:lnSpc>
              <a:spcBef>
                <a:spcPts val="0"/>
              </a:spcBef>
              <a:spcAft>
                <a:spcPts val="0"/>
              </a:spcAft>
              <a:buClr>
                <a:srgbClr val="000000"/>
              </a:buClr>
              <a:buSzPts val="1800"/>
              <a:buFont typeface="Fira Sans"/>
              <a:buNone/>
              <a:defRPr sz="1800" b="1" i="0" u="none" strike="noStrike" cap="none">
                <a:solidFill>
                  <a:srgbClr val="000000"/>
                </a:solidFill>
                <a:latin typeface="Fira Sans"/>
                <a:ea typeface="Fira Sans"/>
                <a:cs typeface="Fira Sans"/>
                <a:sym typeface="Fira Sans"/>
              </a:defRPr>
            </a:lvl9pPr>
          </a:lstStyle>
          <a:p>
            <a:pPr algn="l"/>
            <a:r>
              <a:rPr lang="es-MX" sz="1200" dirty="0">
                <a:solidFill>
                  <a:schemeClr val="accent3"/>
                </a:solidFill>
              </a:rPr>
              <a:t>Total de postulaciones a evaluar</a:t>
            </a:r>
            <a:r>
              <a:rPr lang="es-MX" sz="1200" dirty="0">
                <a:solidFill>
                  <a:schemeClr val="accent5"/>
                </a:solidFill>
              </a:rPr>
              <a:t>: </a:t>
            </a:r>
            <a:r>
              <a:rPr lang="es-MX" sz="1200" dirty="0">
                <a:solidFill>
                  <a:srgbClr val="FF0000"/>
                </a:solidFill>
              </a:rPr>
              <a:t>122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66"/>
          <p:cNvSpPr txBox="1">
            <a:spLocks noGrp="1"/>
          </p:cNvSpPr>
          <p:nvPr>
            <p:ph type="title"/>
          </p:nvPr>
        </p:nvSpPr>
        <p:spPr>
          <a:xfrm>
            <a:off x="567455" y="330888"/>
            <a:ext cx="7870547" cy="586397"/>
          </a:xfrm>
          <a:prstGeom prst="rect">
            <a:avLst/>
          </a:prstGeom>
        </p:spPr>
        <p:txBody>
          <a:bodyPr spcFirstLastPara="1" wrap="square" lIns="91425" tIns="91425" rIns="91425" bIns="91425" anchor="t" anchorCtr="0">
            <a:noAutofit/>
          </a:bodyPr>
          <a:lstStyle/>
          <a:p>
            <a:pPr lvl="0"/>
            <a:r>
              <a:rPr lang="en" sz="2800" dirty="0"/>
              <a:t>Miembros </a:t>
            </a:r>
            <a:r>
              <a:rPr lang="es-MX" sz="2800" dirty="0"/>
              <a:t>CTA-Ciencias Naturales</a:t>
            </a:r>
            <a:endParaRPr sz="2800" dirty="0"/>
          </a:p>
        </p:txBody>
      </p:sp>
      <p:pic>
        <p:nvPicPr>
          <p:cNvPr id="1028" name="Picture 4" descr="Nosotros | FIRE Paragu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75" y="1171784"/>
            <a:ext cx="1329047" cy="1212414"/>
          </a:xfrm>
          <a:prstGeom prst="ellipse">
            <a:avLst/>
          </a:prstGeom>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pic>
      <p:pic>
        <p:nvPicPr>
          <p:cNvPr id="9" name="Imagen 8"/>
          <p:cNvPicPr>
            <a:picLocks noChangeAspect="1"/>
          </p:cNvPicPr>
          <p:nvPr/>
        </p:nvPicPr>
        <p:blipFill>
          <a:blip r:embed="rId4"/>
          <a:stretch>
            <a:fillRect/>
          </a:stretch>
        </p:blipFill>
        <p:spPr>
          <a:xfrm>
            <a:off x="1981569" y="3979828"/>
            <a:ext cx="968349" cy="968349"/>
          </a:xfrm>
          <a:prstGeom prst="rect">
            <a:avLst/>
          </a:prstGeom>
        </p:spPr>
      </p:pic>
      <p:pic>
        <p:nvPicPr>
          <p:cNvPr id="8" name="Imagen 7">
            <a:extLst>
              <a:ext uri="{FF2B5EF4-FFF2-40B4-BE49-F238E27FC236}">
                <a16:creationId xmlns:a16="http://schemas.microsoft.com/office/drawing/2014/main" id="{941F61D8-4C1B-82CA-7144-8F92E2D0E646}"/>
              </a:ext>
            </a:extLst>
          </p:cNvPr>
          <p:cNvPicPr>
            <a:picLocks noChangeAspect="1"/>
          </p:cNvPicPr>
          <p:nvPr/>
        </p:nvPicPr>
        <p:blipFill>
          <a:blip r:embed="rId5"/>
          <a:stretch>
            <a:fillRect/>
          </a:stretch>
        </p:blipFill>
        <p:spPr>
          <a:xfrm>
            <a:off x="429473" y="1229159"/>
            <a:ext cx="1316606" cy="1177608"/>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CuadroTexto 10">
            <a:extLst>
              <a:ext uri="{FF2B5EF4-FFF2-40B4-BE49-F238E27FC236}">
                <a16:creationId xmlns:a16="http://schemas.microsoft.com/office/drawing/2014/main" id="{B1FBE49C-B7E2-979B-A15B-34AA17899BEE}"/>
              </a:ext>
            </a:extLst>
          </p:cNvPr>
          <p:cNvSpPr txBox="1"/>
          <p:nvPr/>
        </p:nvSpPr>
        <p:spPr>
          <a:xfrm>
            <a:off x="423252" y="2436652"/>
            <a:ext cx="1329047" cy="600164"/>
          </a:xfrm>
          <a:prstGeom prst="rect">
            <a:avLst/>
          </a:prstGeom>
          <a:noFill/>
        </p:spPr>
        <p:txBody>
          <a:bodyPr wrap="square" rtlCol="0">
            <a:spAutoFit/>
          </a:bodyPr>
          <a:lstStyle/>
          <a:p>
            <a:pPr algn="ctr"/>
            <a:r>
              <a:rPr lang="es-MX" sz="1100" dirty="0">
                <a:latin typeface="Gotham" panose="02000604040000020004" pitchFamily="2" charset="0"/>
              </a:rPr>
              <a:t>Dr. Alberto Esquivel Mattos</a:t>
            </a:r>
          </a:p>
          <a:p>
            <a:pPr algn="ctr"/>
            <a:r>
              <a:rPr lang="es-MX" sz="1100" dirty="0">
                <a:latin typeface="Gotham" panose="02000604040000020004" pitchFamily="2" charset="0"/>
              </a:rPr>
              <a:t>Nivel 2</a:t>
            </a:r>
          </a:p>
        </p:txBody>
      </p:sp>
      <p:sp>
        <p:nvSpPr>
          <p:cNvPr id="18" name="CuadroTexto 17">
            <a:extLst>
              <a:ext uri="{FF2B5EF4-FFF2-40B4-BE49-F238E27FC236}">
                <a16:creationId xmlns:a16="http://schemas.microsoft.com/office/drawing/2014/main" id="{55A93E4D-9CAC-B74A-D875-7D15CC97E5AF}"/>
              </a:ext>
            </a:extLst>
          </p:cNvPr>
          <p:cNvSpPr txBox="1"/>
          <p:nvPr/>
        </p:nvSpPr>
        <p:spPr>
          <a:xfrm>
            <a:off x="2430818" y="2436652"/>
            <a:ext cx="1329048" cy="600164"/>
          </a:xfrm>
          <a:prstGeom prst="rect">
            <a:avLst/>
          </a:prstGeom>
          <a:noFill/>
        </p:spPr>
        <p:txBody>
          <a:bodyPr wrap="square" rtlCol="0">
            <a:spAutoFit/>
          </a:bodyPr>
          <a:lstStyle/>
          <a:p>
            <a:pPr algn="ctr"/>
            <a:r>
              <a:rPr lang="es-MX" sz="1100" dirty="0">
                <a:latin typeface="Gotham" panose="02000604040000020004" pitchFamily="2" charset="0"/>
              </a:rPr>
              <a:t>Dra. Rafaela Laino Guanes</a:t>
            </a:r>
          </a:p>
          <a:p>
            <a:pPr algn="ctr"/>
            <a:r>
              <a:rPr lang="es-MX" sz="1100" dirty="0">
                <a:latin typeface="Gotham" panose="02000604040000020004" pitchFamily="2" charset="0"/>
              </a:rPr>
              <a:t>Nivel 2</a:t>
            </a:r>
          </a:p>
        </p:txBody>
      </p:sp>
      <p:pic>
        <p:nvPicPr>
          <p:cNvPr id="20" name="Imagen 19">
            <a:extLst>
              <a:ext uri="{FF2B5EF4-FFF2-40B4-BE49-F238E27FC236}">
                <a16:creationId xmlns:a16="http://schemas.microsoft.com/office/drawing/2014/main" id="{A40BD279-D56F-43B6-7856-916B4472C83C}"/>
              </a:ext>
            </a:extLst>
          </p:cNvPr>
          <p:cNvPicPr>
            <a:picLocks noChangeAspect="1"/>
          </p:cNvPicPr>
          <p:nvPr/>
        </p:nvPicPr>
        <p:blipFill>
          <a:blip r:embed="rId6"/>
          <a:stretch>
            <a:fillRect/>
          </a:stretch>
        </p:blipFill>
        <p:spPr>
          <a:xfrm>
            <a:off x="4572000" y="1209213"/>
            <a:ext cx="1333919" cy="1197554"/>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2" name="CuadroTexto 21">
            <a:extLst>
              <a:ext uri="{FF2B5EF4-FFF2-40B4-BE49-F238E27FC236}">
                <a16:creationId xmlns:a16="http://schemas.microsoft.com/office/drawing/2014/main" id="{D74F9A0B-30B1-036C-BBDA-39CF0B3454C5}"/>
              </a:ext>
            </a:extLst>
          </p:cNvPr>
          <p:cNvSpPr txBox="1"/>
          <p:nvPr/>
        </p:nvSpPr>
        <p:spPr>
          <a:xfrm>
            <a:off x="4074609" y="2485494"/>
            <a:ext cx="2520033" cy="600164"/>
          </a:xfrm>
          <a:prstGeom prst="rect">
            <a:avLst/>
          </a:prstGeom>
          <a:noFill/>
        </p:spPr>
        <p:txBody>
          <a:bodyPr wrap="square" rtlCol="0">
            <a:spAutoFit/>
          </a:bodyPr>
          <a:lstStyle/>
          <a:p>
            <a:pPr algn="ctr"/>
            <a:r>
              <a:rPr lang="es-MX" sz="1100" dirty="0">
                <a:latin typeface="Gotham" panose="02000604040000020004" pitchFamily="2" charset="0"/>
              </a:rPr>
              <a:t>Dr. Hajime Guillermo Kurita Oyamada </a:t>
            </a:r>
          </a:p>
          <a:p>
            <a:pPr algn="ctr"/>
            <a:r>
              <a:rPr lang="es-MX" sz="1100" dirty="0">
                <a:latin typeface="Gotham" panose="02000604040000020004" pitchFamily="2" charset="0"/>
              </a:rPr>
              <a:t>Nivel 2</a:t>
            </a:r>
          </a:p>
        </p:txBody>
      </p:sp>
      <p:pic>
        <p:nvPicPr>
          <p:cNvPr id="27" name="Imagen 26">
            <a:extLst>
              <a:ext uri="{FF2B5EF4-FFF2-40B4-BE49-F238E27FC236}">
                <a16:creationId xmlns:a16="http://schemas.microsoft.com/office/drawing/2014/main" id="{143BFFD3-0E19-E570-5C91-CEC6FFC073BF}"/>
              </a:ext>
            </a:extLst>
          </p:cNvPr>
          <p:cNvPicPr>
            <a:picLocks noChangeAspect="1"/>
          </p:cNvPicPr>
          <p:nvPr/>
        </p:nvPicPr>
        <p:blipFill>
          <a:blip r:embed="rId7"/>
          <a:stretch>
            <a:fillRect/>
          </a:stretch>
        </p:blipFill>
        <p:spPr>
          <a:xfrm>
            <a:off x="6930168" y="1143691"/>
            <a:ext cx="1333918" cy="1263076"/>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9" name="CuadroTexto 28">
            <a:extLst>
              <a:ext uri="{FF2B5EF4-FFF2-40B4-BE49-F238E27FC236}">
                <a16:creationId xmlns:a16="http://schemas.microsoft.com/office/drawing/2014/main" id="{E05B3424-3673-D329-9B72-F7B95AF7690C}"/>
              </a:ext>
            </a:extLst>
          </p:cNvPr>
          <p:cNvSpPr txBox="1"/>
          <p:nvPr/>
        </p:nvSpPr>
        <p:spPr>
          <a:xfrm>
            <a:off x="6594642" y="2485116"/>
            <a:ext cx="2146594" cy="430887"/>
          </a:xfrm>
          <a:prstGeom prst="rect">
            <a:avLst/>
          </a:prstGeom>
          <a:noFill/>
        </p:spPr>
        <p:txBody>
          <a:bodyPr wrap="square" rtlCol="0">
            <a:spAutoFit/>
          </a:bodyPr>
          <a:lstStyle/>
          <a:p>
            <a:pPr lvl="0" algn="ctr"/>
            <a:r>
              <a:rPr lang="es-PY" sz="1100" dirty="0">
                <a:latin typeface="Gotham" panose="02000604040000020004" pitchFamily="2" charset="0"/>
              </a:rPr>
              <a:t>Dr. Pastor Enmanuel Pérez</a:t>
            </a:r>
          </a:p>
          <a:p>
            <a:pPr lvl="0" algn="ctr"/>
            <a:r>
              <a:rPr lang="es-MX" sz="1100" dirty="0">
                <a:latin typeface="Gotham" panose="02000604040000020004" pitchFamily="2" charset="0"/>
              </a:rPr>
              <a:t>Nivel 2</a:t>
            </a:r>
          </a:p>
        </p:txBody>
      </p:sp>
      <p:pic>
        <p:nvPicPr>
          <p:cNvPr id="31" name="Imagen 30">
            <a:extLst>
              <a:ext uri="{FF2B5EF4-FFF2-40B4-BE49-F238E27FC236}">
                <a16:creationId xmlns:a16="http://schemas.microsoft.com/office/drawing/2014/main" id="{4CB66E36-D6C5-88CD-E610-2129303A611B}"/>
              </a:ext>
            </a:extLst>
          </p:cNvPr>
          <p:cNvPicPr>
            <a:picLocks noChangeAspect="1"/>
          </p:cNvPicPr>
          <p:nvPr/>
        </p:nvPicPr>
        <p:blipFill>
          <a:blip r:embed="rId8"/>
          <a:stretch>
            <a:fillRect/>
          </a:stretch>
        </p:blipFill>
        <p:spPr>
          <a:xfrm>
            <a:off x="4696692" y="3673243"/>
            <a:ext cx="1393228" cy="1263918"/>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3" name="CuadroTexto 32">
            <a:extLst>
              <a:ext uri="{FF2B5EF4-FFF2-40B4-BE49-F238E27FC236}">
                <a16:creationId xmlns:a16="http://schemas.microsoft.com/office/drawing/2014/main" id="{E1D94204-5592-6873-0FC3-B4099D0C5E31}"/>
              </a:ext>
            </a:extLst>
          </p:cNvPr>
          <p:cNvSpPr txBox="1"/>
          <p:nvPr/>
        </p:nvSpPr>
        <p:spPr>
          <a:xfrm>
            <a:off x="3022178" y="4084910"/>
            <a:ext cx="1602253" cy="600164"/>
          </a:xfrm>
          <a:prstGeom prst="rect">
            <a:avLst/>
          </a:prstGeom>
          <a:noFill/>
        </p:spPr>
        <p:txBody>
          <a:bodyPr wrap="square" rtlCol="0">
            <a:spAutoFit/>
          </a:bodyPr>
          <a:lstStyle/>
          <a:p>
            <a:pPr algn="ctr"/>
            <a:r>
              <a:rPr lang="es-MX" sz="1100" dirty="0">
                <a:latin typeface="Gotham" panose="02000604040000020004" pitchFamily="2" charset="0"/>
              </a:rPr>
              <a:t>Dr. Edher Zacarías Herrera</a:t>
            </a:r>
          </a:p>
          <a:p>
            <a:pPr algn="ctr"/>
            <a:r>
              <a:rPr lang="es-MX" sz="1100" dirty="0">
                <a:latin typeface="Gotham" panose="02000604040000020004" pitchFamily="2" charset="0"/>
              </a:rPr>
              <a:t>Nivel 1</a:t>
            </a:r>
          </a:p>
        </p:txBody>
      </p:sp>
    </p:spTree>
    <p:extLst>
      <p:ext uri="{BB962C8B-B14F-4D97-AF65-F5344CB8AC3E}">
        <p14:creationId xmlns:p14="http://schemas.microsoft.com/office/powerpoint/2010/main" val="210744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66"/>
          <p:cNvSpPr txBox="1">
            <a:spLocks noGrp="1"/>
          </p:cNvSpPr>
          <p:nvPr>
            <p:ph type="title"/>
          </p:nvPr>
        </p:nvSpPr>
        <p:spPr>
          <a:xfrm>
            <a:off x="553453" y="496318"/>
            <a:ext cx="7870547" cy="6315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500" dirty="0"/>
              <a:t>Miembros CTA-Ciencias Agrarias y Veterinaria</a:t>
            </a:r>
            <a:endParaRPr sz="2500" dirty="0"/>
          </a:p>
        </p:txBody>
      </p:sp>
      <p:pic>
        <p:nvPicPr>
          <p:cNvPr id="6" name="Imagen 5"/>
          <p:cNvPicPr>
            <a:picLocks noChangeAspect="1"/>
          </p:cNvPicPr>
          <p:nvPr/>
        </p:nvPicPr>
        <p:blipFill>
          <a:blip r:embed="rId3"/>
          <a:stretch>
            <a:fillRect/>
          </a:stretch>
        </p:blipFill>
        <p:spPr>
          <a:xfrm>
            <a:off x="194598" y="3397292"/>
            <a:ext cx="549365" cy="549365"/>
          </a:xfrm>
          <a:prstGeom prst="rect">
            <a:avLst/>
          </a:prstGeom>
        </p:spPr>
      </p:pic>
      <p:pic>
        <p:nvPicPr>
          <p:cNvPr id="7" name="Imagen 6"/>
          <p:cNvPicPr>
            <a:picLocks noChangeAspect="1"/>
          </p:cNvPicPr>
          <p:nvPr/>
        </p:nvPicPr>
        <p:blipFill>
          <a:blip r:embed="rId4"/>
          <a:stretch>
            <a:fillRect/>
          </a:stretch>
        </p:blipFill>
        <p:spPr>
          <a:xfrm>
            <a:off x="8400037" y="2104290"/>
            <a:ext cx="464280" cy="467460"/>
          </a:xfrm>
          <a:prstGeom prst="rect">
            <a:avLst/>
          </a:prstGeom>
        </p:spPr>
      </p:pic>
      <p:pic>
        <p:nvPicPr>
          <p:cNvPr id="12" name="Imagen 11">
            <a:extLst>
              <a:ext uri="{FF2B5EF4-FFF2-40B4-BE49-F238E27FC236}">
                <a16:creationId xmlns:a16="http://schemas.microsoft.com/office/drawing/2014/main" id="{F3EB19BE-060F-91F0-C51D-D2A0010FDF84}"/>
              </a:ext>
            </a:extLst>
          </p:cNvPr>
          <p:cNvPicPr>
            <a:picLocks noChangeAspect="1"/>
          </p:cNvPicPr>
          <p:nvPr/>
        </p:nvPicPr>
        <p:blipFill>
          <a:blip r:embed="rId5"/>
          <a:stretch>
            <a:fillRect/>
          </a:stretch>
        </p:blipFill>
        <p:spPr>
          <a:xfrm>
            <a:off x="743963" y="1384352"/>
            <a:ext cx="1323625" cy="1323625"/>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4" name="CuadroTexto 13">
            <a:extLst>
              <a:ext uri="{FF2B5EF4-FFF2-40B4-BE49-F238E27FC236}">
                <a16:creationId xmlns:a16="http://schemas.microsoft.com/office/drawing/2014/main" id="{83FB3BAE-9A98-7B3D-3314-F778D8B45B12}"/>
              </a:ext>
            </a:extLst>
          </p:cNvPr>
          <p:cNvSpPr txBox="1"/>
          <p:nvPr/>
        </p:nvSpPr>
        <p:spPr>
          <a:xfrm>
            <a:off x="431750" y="2705472"/>
            <a:ext cx="1635838" cy="600164"/>
          </a:xfrm>
          <a:prstGeom prst="rect">
            <a:avLst/>
          </a:prstGeom>
          <a:noFill/>
        </p:spPr>
        <p:txBody>
          <a:bodyPr wrap="square" rtlCol="0">
            <a:spAutoFit/>
          </a:bodyPr>
          <a:lstStyle/>
          <a:p>
            <a:pPr algn="ctr"/>
            <a:r>
              <a:rPr lang="es-MX" sz="1100" dirty="0">
                <a:latin typeface="Gotham" panose="02000604040000020004" pitchFamily="2" charset="0"/>
              </a:rPr>
              <a:t>Dr. Danilo Fernández Ríos</a:t>
            </a:r>
          </a:p>
          <a:p>
            <a:pPr algn="ctr"/>
            <a:r>
              <a:rPr lang="es-MX" sz="1100" dirty="0">
                <a:latin typeface="Gotham" panose="02000604040000020004" pitchFamily="2" charset="0"/>
              </a:rPr>
              <a:t>Nivel 2</a:t>
            </a:r>
          </a:p>
        </p:txBody>
      </p:sp>
      <p:pic>
        <p:nvPicPr>
          <p:cNvPr id="16" name="Imagen 15">
            <a:extLst>
              <a:ext uri="{FF2B5EF4-FFF2-40B4-BE49-F238E27FC236}">
                <a16:creationId xmlns:a16="http://schemas.microsoft.com/office/drawing/2014/main" id="{2FBE608E-4103-24CA-0FFE-DAE921519405}"/>
              </a:ext>
            </a:extLst>
          </p:cNvPr>
          <p:cNvPicPr>
            <a:picLocks noChangeAspect="1"/>
          </p:cNvPicPr>
          <p:nvPr/>
        </p:nvPicPr>
        <p:blipFill>
          <a:blip r:embed="rId6"/>
          <a:stretch>
            <a:fillRect/>
          </a:stretch>
        </p:blipFill>
        <p:spPr>
          <a:xfrm>
            <a:off x="3685309" y="1368591"/>
            <a:ext cx="1479293" cy="1313667"/>
          </a:xfrm>
          <a:prstGeom prst="ellipse">
            <a:avLst/>
          </a:prstGeom>
          <a:ln w="1270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8" name="CuadroTexto 17">
            <a:extLst>
              <a:ext uri="{FF2B5EF4-FFF2-40B4-BE49-F238E27FC236}">
                <a16:creationId xmlns:a16="http://schemas.microsoft.com/office/drawing/2014/main" id="{777BAE1D-83D5-3EDE-0EC8-CAEA2ACC48C3}"/>
              </a:ext>
            </a:extLst>
          </p:cNvPr>
          <p:cNvSpPr txBox="1"/>
          <p:nvPr/>
        </p:nvSpPr>
        <p:spPr>
          <a:xfrm>
            <a:off x="3720351" y="2705472"/>
            <a:ext cx="1536750" cy="600164"/>
          </a:xfrm>
          <a:prstGeom prst="rect">
            <a:avLst/>
          </a:prstGeom>
          <a:noFill/>
        </p:spPr>
        <p:txBody>
          <a:bodyPr wrap="square" rtlCol="0">
            <a:spAutoFit/>
          </a:bodyPr>
          <a:lstStyle/>
          <a:p>
            <a:pPr algn="ctr"/>
            <a:r>
              <a:rPr lang="es-MX" sz="1100" dirty="0">
                <a:latin typeface="Gotham" panose="02000604040000020004" pitchFamily="2" charset="0"/>
              </a:rPr>
              <a:t>Dra. Maura Isabel Díaz</a:t>
            </a:r>
          </a:p>
          <a:p>
            <a:pPr algn="ctr"/>
            <a:r>
              <a:rPr lang="es-MX" sz="1100" dirty="0">
                <a:latin typeface="Gotham" panose="02000604040000020004" pitchFamily="2" charset="0"/>
              </a:rPr>
              <a:t>Nivel 2</a:t>
            </a:r>
          </a:p>
        </p:txBody>
      </p:sp>
      <p:pic>
        <p:nvPicPr>
          <p:cNvPr id="24" name="Imagen 23">
            <a:extLst>
              <a:ext uri="{FF2B5EF4-FFF2-40B4-BE49-F238E27FC236}">
                <a16:creationId xmlns:a16="http://schemas.microsoft.com/office/drawing/2014/main" id="{A7E4438A-3464-D7D0-6522-CFD289A01F8B}"/>
              </a:ext>
            </a:extLst>
          </p:cNvPr>
          <p:cNvPicPr>
            <a:picLocks noChangeAspect="1"/>
          </p:cNvPicPr>
          <p:nvPr/>
        </p:nvPicPr>
        <p:blipFill>
          <a:blip r:embed="rId7"/>
          <a:stretch>
            <a:fillRect/>
          </a:stretch>
        </p:blipFill>
        <p:spPr>
          <a:xfrm>
            <a:off x="6601303" y="1275507"/>
            <a:ext cx="1351752" cy="1323624"/>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CuadroTexto 25">
            <a:extLst>
              <a:ext uri="{FF2B5EF4-FFF2-40B4-BE49-F238E27FC236}">
                <a16:creationId xmlns:a16="http://schemas.microsoft.com/office/drawing/2014/main" id="{3194042D-76C1-1FB2-29F3-D7BE8E7C6879}"/>
              </a:ext>
            </a:extLst>
          </p:cNvPr>
          <p:cNvSpPr txBox="1"/>
          <p:nvPr/>
        </p:nvSpPr>
        <p:spPr>
          <a:xfrm>
            <a:off x="6447486" y="2682258"/>
            <a:ext cx="1659385" cy="600164"/>
          </a:xfrm>
          <a:prstGeom prst="rect">
            <a:avLst/>
          </a:prstGeom>
          <a:noFill/>
        </p:spPr>
        <p:txBody>
          <a:bodyPr wrap="square" rtlCol="0">
            <a:spAutoFit/>
          </a:bodyPr>
          <a:lstStyle/>
          <a:p>
            <a:pPr algn="ctr"/>
            <a:r>
              <a:rPr lang="es-MX" sz="1100" dirty="0">
                <a:latin typeface="Gotham" panose="02000604040000020004" pitchFamily="2" charset="0"/>
              </a:rPr>
              <a:t>Dr. Guillermo Andrés Enciso Maldonado</a:t>
            </a:r>
          </a:p>
          <a:p>
            <a:pPr algn="ctr"/>
            <a:r>
              <a:rPr lang="es-MX" sz="1100" dirty="0">
                <a:latin typeface="Gotham" panose="02000604040000020004" pitchFamily="2" charset="0"/>
              </a:rPr>
              <a:t>Nivel 2</a:t>
            </a:r>
          </a:p>
        </p:txBody>
      </p:sp>
      <p:pic>
        <p:nvPicPr>
          <p:cNvPr id="32" name="Imagen 31">
            <a:extLst>
              <a:ext uri="{FF2B5EF4-FFF2-40B4-BE49-F238E27FC236}">
                <a16:creationId xmlns:a16="http://schemas.microsoft.com/office/drawing/2014/main" id="{A1FDD75D-7D1B-C94F-EF03-0C5EDCF33D4E}"/>
              </a:ext>
            </a:extLst>
          </p:cNvPr>
          <p:cNvPicPr>
            <a:picLocks noChangeAspect="1"/>
          </p:cNvPicPr>
          <p:nvPr/>
        </p:nvPicPr>
        <p:blipFill>
          <a:blip r:embed="rId8"/>
          <a:stretch>
            <a:fillRect/>
          </a:stretch>
        </p:blipFill>
        <p:spPr>
          <a:xfrm>
            <a:off x="4979604" y="3678070"/>
            <a:ext cx="1313834" cy="1323011"/>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4" name="CuadroTexto 33">
            <a:extLst>
              <a:ext uri="{FF2B5EF4-FFF2-40B4-BE49-F238E27FC236}">
                <a16:creationId xmlns:a16="http://schemas.microsoft.com/office/drawing/2014/main" id="{87C93E95-9B70-7888-FCDF-B97E99290BCE}"/>
              </a:ext>
            </a:extLst>
          </p:cNvPr>
          <p:cNvSpPr txBox="1"/>
          <p:nvPr/>
        </p:nvSpPr>
        <p:spPr>
          <a:xfrm>
            <a:off x="6388073" y="4279663"/>
            <a:ext cx="1313834" cy="600164"/>
          </a:xfrm>
          <a:prstGeom prst="rect">
            <a:avLst/>
          </a:prstGeom>
          <a:noFill/>
        </p:spPr>
        <p:txBody>
          <a:bodyPr wrap="square" rtlCol="0">
            <a:spAutoFit/>
          </a:bodyPr>
          <a:lstStyle/>
          <a:p>
            <a:pPr algn="ctr"/>
            <a:r>
              <a:rPr lang="es-MX" sz="1100" dirty="0">
                <a:latin typeface="Gotham" panose="02000604040000020004" pitchFamily="2" charset="0"/>
              </a:rPr>
              <a:t>Dr. Pedro Rubén Viera</a:t>
            </a:r>
          </a:p>
          <a:p>
            <a:pPr algn="ctr"/>
            <a:r>
              <a:rPr lang="es-MX" sz="1100" dirty="0">
                <a:latin typeface="Gotham" panose="02000604040000020004" pitchFamily="2" charset="0"/>
              </a:rPr>
              <a:t>Nivel 1</a:t>
            </a:r>
          </a:p>
        </p:txBody>
      </p:sp>
      <p:pic>
        <p:nvPicPr>
          <p:cNvPr id="36" name="Imagen 35" descr="Griselda Asunción Meza Ocampos – e-Investigación">
            <a:extLst>
              <a:ext uri="{FF2B5EF4-FFF2-40B4-BE49-F238E27FC236}">
                <a16:creationId xmlns:a16="http://schemas.microsoft.com/office/drawing/2014/main" id="{F8A2EFC4-DA80-6B86-7F47-5976D7B0BDB0}"/>
              </a:ext>
            </a:extLst>
          </p:cNvPr>
          <p:cNvPicPr>
            <a:picLocks noChangeAspect="1"/>
          </p:cNvPicPr>
          <p:nvPr/>
        </p:nvPicPr>
        <p:blipFill>
          <a:blip r:embed="rId9"/>
          <a:stretch>
            <a:fillRect/>
          </a:stretch>
        </p:blipFill>
        <p:spPr>
          <a:xfrm>
            <a:off x="2816946" y="3671975"/>
            <a:ext cx="1372916" cy="1335202"/>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8" name="CuadroTexto 37">
            <a:extLst>
              <a:ext uri="{FF2B5EF4-FFF2-40B4-BE49-F238E27FC236}">
                <a16:creationId xmlns:a16="http://schemas.microsoft.com/office/drawing/2014/main" id="{70BCC83F-E8C1-E01A-486E-80CAC016B1FD}"/>
              </a:ext>
            </a:extLst>
          </p:cNvPr>
          <p:cNvSpPr txBox="1"/>
          <p:nvPr/>
        </p:nvSpPr>
        <p:spPr>
          <a:xfrm>
            <a:off x="1288473" y="4279663"/>
            <a:ext cx="1712304" cy="769441"/>
          </a:xfrm>
          <a:prstGeom prst="rect">
            <a:avLst/>
          </a:prstGeom>
          <a:noFill/>
        </p:spPr>
        <p:txBody>
          <a:bodyPr wrap="square" rtlCol="0">
            <a:spAutoFit/>
          </a:bodyPr>
          <a:lstStyle/>
          <a:p>
            <a:pPr lvl="0" algn="ctr"/>
            <a:r>
              <a:rPr lang="es-MX" sz="1100" dirty="0">
                <a:latin typeface="Gotham" panose="02000604040000020004" pitchFamily="2" charset="0"/>
              </a:rPr>
              <a:t>Dra. Griselda Asunción Meza Ocampos</a:t>
            </a:r>
          </a:p>
          <a:p>
            <a:pPr lvl="0" algn="ctr"/>
            <a:r>
              <a:rPr lang="es-MX" sz="1100" dirty="0">
                <a:latin typeface="Gotham" panose="02000604040000020004" pitchFamily="2" charset="0"/>
              </a:rPr>
              <a:t>Nivel 1</a:t>
            </a:r>
          </a:p>
        </p:txBody>
      </p:sp>
    </p:spTree>
    <p:extLst>
      <p:ext uri="{BB962C8B-B14F-4D97-AF65-F5344CB8AC3E}">
        <p14:creationId xmlns:p14="http://schemas.microsoft.com/office/powerpoint/2010/main" val="228024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66"/>
          <p:cNvSpPr txBox="1">
            <a:spLocks noGrp="1"/>
          </p:cNvSpPr>
          <p:nvPr>
            <p:ph type="title"/>
          </p:nvPr>
        </p:nvSpPr>
        <p:spPr>
          <a:xfrm>
            <a:off x="636726" y="241106"/>
            <a:ext cx="7870547" cy="6315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500" dirty="0"/>
              <a:t>Miembros CTA- Ingenierías y Tecnologías</a:t>
            </a:r>
            <a:endParaRPr sz="2500" dirty="0"/>
          </a:p>
        </p:txBody>
      </p:sp>
      <p:pic>
        <p:nvPicPr>
          <p:cNvPr id="3074" name="Picture 2" descr="Ing. Fernando Javier Brunetti Fernández, PhD. – CYT U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465" y="1221884"/>
            <a:ext cx="1308244" cy="1233639"/>
          </a:xfrm>
          <a:prstGeom prst="ellipse">
            <a:avLst/>
          </a:prstGeom>
          <a:ln w="12700">
            <a:solidFill>
              <a:srgbClr val="FF0000"/>
            </a:solidFill>
          </a:ln>
        </p:spPr>
        <p:style>
          <a:lnRef idx="2">
            <a:schemeClr val="accent2"/>
          </a:lnRef>
          <a:fillRef idx="1">
            <a:schemeClr val="lt1"/>
          </a:fillRef>
          <a:effectRef idx="0">
            <a:schemeClr val="accent2"/>
          </a:effectRef>
          <a:fontRef idx="minor">
            <a:schemeClr val="dk1"/>
          </a:fontRef>
        </p:style>
      </p:pic>
      <p:pic>
        <p:nvPicPr>
          <p:cNvPr id="8" name="Imagen 7"/>
          <p:cNvPicPr>
            <a:picLocks noChangeAspect="1"/>
          </p:cNvPicPr>
          <p:nvPr/>
        </p:nvPicPr>
        <p:blipFill>
          <a:blip r:embed="rId4"/>
          <a:stretch>
            <a:fillRect/>
          </a:stretch>
        </p:blipFill>
        <p:spPr>
          <a:xfrm>
            <a:off x="681955" y="3503355"/>
            <a:ext cx="539950" cy="539950"/>
          </a:xfrm>
          <a:prstGeom prst="rect">
            <a:avLst/>
          </a:prstGeom>
        </p:spPr>
      </p:pic>
      <p:pic>
        <p:nvPicPr>
          <p:cNvPr id="9" name="Imagen 8"/>
          <p:cNvPicPr>
            <a:picLocks noChangeAspect="1"/>
          </p:cNvPicPr>
          <p:nvPr/>
        </p:nvPicPr>
        <p:blipFill>
          <a:blip r:embed="rId5"/>
          <a:stretch>
            <a:fillRect/>
          </a:stretch>
        </p:blipFill>
        <p:spPr>
          <a:xfrm>
            <a:off x="6111088" y="1146004"/>
            <a:ext cx="474370" cy="477620"/>
          </a:xfrm>
          <a:prstGeom prst="rect">
            <a:avLst/>
          </a:prstGeom>
        </p:spPr>
      </p:pic>
      <p:sp>
        <p:nvSpPr>
          <p:cNvPr id="12" name="CuadroTexto 11">
            <a:extLst>
              <a:ext uri="{FF2B5EF4-FFF2-40B4-BE49-F238E27FC236}">
                <a16:creationId xmlns:a16="http://schemas.microsoft.com/office/drawing/2014/main" id="{C58388F9-CC94-AA87-B0AE-4A3F22F94199}"/>
              </a:ext>
            </a:extLst>
          </p:cNvPr>
          <p:cNvSpPr txBox="1"/>
          <p:nvPr/>
        </p:nvSpPr>
        <p:spPr>
          <a:xfrm>
            <a:off x="838465" y="2553641"/>
            <a:ext cx="1373276" cy="600164"/>
          </a:xfrm>
          <a:prstGeom prst="rect">
            <a:avLst/>
          </a:prstGeom>
          <a:noFill/>
        </p:spPr>
        <p:txBody>
          <a:bodyPr wrap="square" rtlCol="0">
            <a:spAutoFit/>
          </a:bodyPr>
          <a:lstStyle/>
          <a:p>
            <a:pPr algn="ctr"/>
            <a:r>
              <a:rPr lang="es-MX" sz="1100" dirty="0">
                <a:latin typeface="Gotham" panose="02000604040000020004" pitchFamily="2" charset="0"/>
              </a:rPr>
              <a:t>Dr. Fernando Javier Brunetti</a:t>
            </a:r>
          </a:p>
          <a:p>
            <a:pPr algn="ctr"/>
            <a:r>
              <a:rPr lang="es-MX" sz="1100" dirty="0">
                <a:latin typeface="Gotham" panose="02000604040000020004" pitchFamily="2" charset="0"/>
              </a:rPr>
              <a:t>Nivel 2</a:t>
            </a:r>
          </a:p>
        </p:txBody>
      </p:sp>
      <p:pic>
        <p:nvPicPr>
          <p:cNvPr id="14" name="Imagen 13">
            <a:extLst>
              <a:ext uri="{FF2B5EF4-FFF2-40B4-BE49-F238E27FC236}">
                <a16:creationId xmlns:a16="http://schemas.microsoft.com/office/drawing/2014/main" id="{F5FC9ED4-7F2E-A080-38AF-FB4F79495F31}"/>
              </a:ext>
            </a:extLst>
          </p:cNvPr>
          <p:cNvPicPr>
            <a:picLocks noChangeAspect="1"/>
          </p:cNvPicPr>
          <p:nvPr/>
        </p:nvPicPr>
        <p:blipFill>
          <a:blip r:embed="rId6"/>
          <a:stretch>
            <a:fillRect/>
          </a:stretch>
        </p:blipFill>
        <p:spPr>
          <a:xfrm>
            <a:off x="3917874" y="1146004"/>
            <a:ext cx="1308245" cy="1272779"/>
          </a:xfrm>
          <a:prstGeom prst="ellipse">
            <a:avLst/>
          </a:prstGeom>
          <a:ln w="317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6" name="CuadroTexto 15">
            <a:extLst>
              <a:ext uri="{FF2B5EF4-FFF2-40B4-BE49-F238E27FC236}">
                <a16:creationId xmlns:a16="http://schemas.microsoft.com/office/drawing/2014/main" id="{1BEC0FD2-DCE1-91BB-CAD8-42E004707748}"/>
              </a:ext>
            </a:extLst>
          </p:cNvPr>
          <p:cNvSpPr txBox="1"/>
          <p:nvPr/>
        </p:nvSpPr>
        <p:spPr>
          <a:xfrm>
            <a:off x="3230928" y="2514103"/>
            <a:ext cx="2682139" cy="430887"/>
          </a:xfrm>
          <a:prstGeom prst="rect">
            <a:avLst/>
          </a:prstGeom>
          <a:noFill/>
        </p:spPr>
        <p:txBody>
          <a:bodyPr wrap="square" rtlCol="0">
            <a:spAutoFit/>
          </a:bodyPr>
          <a:lstStyle/>
          <a:p>
            <a:pPr lvl="0" algn="ctr"/>
            <a:r>
              <a:rPr lang="es-MX" sz="1100" dirty="0">
                <a:latin typeface="Gotham" panose="02000604040000020004" pitchFamily="2" charset="0"/>
              </a:rPr>
              <a:t>Dra. Omayra Ferreiro</a:t>
            </a:r>
          </a:p>
          <a:p>
            <a:pPr lvl="0" algn="ctr"/>
            <a:r>
              <a:rPr lang="es-MX" sz="1100" dirty="0">
                <a:latin typeface="Gotham" panose="02000604040000020004" pitchFamily="2" charset="0"/>
              </a:rPr>
              <a:t>Nivel 2</a:t>
            </a:r>
          </a:p>
        </p:txBody>
      </p:sp>
      <p:pic>
        <p:nvPicPr>
          <p:cNvPr id="18" name="Imagen 17">
            <a:extLst>
              <a:ext uri="{FF2B5EF4-FFF2-40B4-BE49-F238E27FC236}">
                <a16:creationId xmlns:a16="http://schemas.microsoft.com/office/drawing/2014/main" id="{F7874F9B-670D-0242-416E-B72F3108C250}"/>
              </a:ext>
            </a:extLst>
          </p:cNvPr>
          <p:cNvPicPr>
            <a:picLocks noChangeAspect="1"/>
          </p:cNvPicPr>
          <p:nvPr/>
        </p:nvPicPr>
        <p:blipFill>
          <a:blip r:embed="rId7"/>
          <a:stretch>
            <a:fillRect/>
          </a:stretch>
        </p:blipFill>
        <p:spPr>
          <a:xfrm>
            <a:off x="7210059" y="1298972"/>
            <a:ext cx="1308245" cy="1272778"/>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0" name="CuadroTexto 19">
            <a:extLst>
              <a:ext uri="{FF2B5EF4-FFF2-40B4-BE49-F238E27FC236}">
                <a16:creationId xmlns:a16="http://schemas.microsoft.com/office/drawing/2014/main" id="{4D5628D5-A328-1981-0B23-7D95976973AA}"/>
              </a:ext>
            </a:extLst>
          </p:cNvPr>
          <p:cNvSpPr txBox="1"/>
          <p:nvPr/>
        </p:nvSpPr>
        <p:spPr>
          <a:xfrm>
            <a:off x="6725954" y="2610260"/>
            <a:ext cx="2185416" cy="430887"/>
          </a:xfrm>
          <a:prstGeom prst="rect">
            <a:avLst/>
          </a:prstGeom>
          <a:noFill/>
        </p:spPr>
        <p:txBody>
          <a:bodyPr wrap="square" rtlCol="0">
            <a:spAutoFit/>
          </a:bodyPr>
          <a:lstStyle/>
          <a:p>
            <a:pPr algn="ctr"/>
            <a:r>
              <a:rPr lang="es-MX" sz="1100" dirty="0">
                <a:latin typeface="Gotham" panose="02000604040000020004" pitchFamily="2" charset="0"/>
              </a:rPr>
              <a:t>Dr. Diego Herbin Stalder</a:t>
            </a:r>
          </a:p>
          <a:p>
            <a:pPr algn="ctr"/>
            <a:r>
              <a:rPr lang="es-MX" sz="1100" dirty="0">
                <a:latin typeface="Gotham" panose="02000604040000020004" pitchFamily="2" charset="0"/>
              </a:rPr>
              <a:t>Nivel 2</a:t>
            </a:r>
          </a:p>
        </p:txBody>
      </p:sp>
      <p:pic>
        <p:nvPicPr>
          <p:cNvPr id="22" name="Imagen 21">
            <a:extLst>
              <a:ext uri="{FF2B5EF4-FFF2-40B4-BE49-F238E27FC236}">
                <a16:creationId xmlns:a16="http://schemas.microsoft.com/office/drawing/2014/main" id="{42E7B9A2-AD91-C695-01DA-04E68401EC33}"/>
              </a:ext>
            </a:extLst>
          </p:cNvPr>
          <p:cNvPicPr>
            <a:picLocks noChangeAspect="1"/>
          </p:cNvPicPr>
          <p:nvPr/>
        </p:nvPicPr>
        <p:blipFill>
          <a:blip r:embed="rId8"/>
          <a:stretch>
            <a:fillRect/>
          </a:stretch>
        </p:blipFill>
        <p:spPr>
          <a:xfrm>
            <a:off x="5670765" y="3324859"/>
            <a:ext cx="1326526" cy="1242488"/>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4" name="CuadroTexto 23">
            <a:extLst>
              <a:ext uri="{FF2B5EF4-FFF2-40B4-BE49-F238E27FC236}">
                <a16:creationId xmlns:a16="http://schemas.microsoft.com/office/drawing/2014/main" id="{8A69651D-6D9E-9A5B-4FF5-CB89653970BC}"/>
              </a:ext>
            </a:extLst>
          </p:cNvPr>
          <p:cNvSpPr txBox="1"/>
          <p:nvPr/>
        </p:nvSpPr>
        <p:spPr>
          <a:xfrm>
            <a:off x="5457997" y="4527906"/>
            <a:ext cx="1752062" cy="430887"/>
          </a:xfrm>
          <a:prstGeom prst="rect">
            <a:avLst/>
          </a:prstGeom>
          <a:noFill/>
        </p:spPr>
        <p:txBody>
          <a:bodyPr wrap="square" rtlCol="0">
            <a:spAutoFit/>
          </a:bodyPr>
          <a:lstStyle/>
          <a:p>
            <a:pPr algn="ctr"/>
            <a:r>
              <a:rPr lang="es-MX" sz="1100" dirty="0">
                <a:latin typeface="Gotham" panose="02000604040000020004" pitchFamily="2" charset="0"/>
              </a:rPr>
              <a:t>Dr. Fabio López Pires</a:t>
            </a:r>
          </a:p>
          <a:p>
            <a:pPr algn="ctr"/>
            <a:r>
              <a:rPr lang="es-MX" sz="1100" dirty="0">
                <a:latin typeface="Gotham" panose="02000604040000020004" pitchFamily="2" charset="0"/>
              </a:rPr>
              <a:t>Nivel 2</a:t>
            </a:r>
          </a:p>
        </p:txBody>
      </p:sp>
      <p:pic>
        <p:nvPicPr>
          <p:cNvPr id="26" name="Imagen 25">
            <a:extLst>
              <a:ext uri="{FF2B5EF4-FFF2-40B4-BE49-F238E27FC236}">
                <a16:creationId xmlns:a16="http://schemas.microsoft.com/office/drawing/2014/main" id="{8F1FE79B-1B7C-F790-0DF1-5E6C81F1AB83}"/>
              </a:ext>
            </a:extLst>
          </p:cNvPr>
          <p:cNvPicPr>
            <a:picLocks noChangeAspect="1"/>
          </p:cNvPicPr>
          <p:nvPr/>
        </p:nvPicPr>
        <p:blipFill>
          <a:blip r:embed="rId9"/>
          <a:stretch>
            <a:fillRect/>
          </a:stretch>
        </p:blipFill>
        <p:spPr>
          <a:xfrm>
            <a:off x="2146709" y="3252918"/>
            <a:ext cx="1308244" cy="1274988"/>
          </a:xfrm>
          <a:prstGeom prst="ellipse">
            <a:avLst/>
          </a:prstGeom>
          <a:ln w="1270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8" name="CuadroTexto 27">
            <a:extLst>
              <a:ext uri="{FF2B5EF4-FFF2-40B4-BE49-F238E27FC236}">
                <a16:creationId xmlns:a16="http://schemas.microsoft.com/office/drawing/2014/main" id="{C8013F9A-E067-1D05-DCEC-742EB1C9B72A}"/>
              </a:ext>
            </a:extLst>
          </p:cNvPr>
          <p:cNvSpPr txBox="1"/>
          <p:nvPr/>
        </p:nvSpPr>
        <p:spPr>
          <a:xfrm>
            <a:off x="2055231" y="4527907"/>
            <a:ext cx="1588514" cy="430887"/>
          </a:xfrm>
          <a:prstGeom prst="rect">
            <a:avLst/>
          </a:prstGeom>
          <a:noFill/>
        </p:spPr>
        <p:txBody>
          <a:bodyPr wrap="square" rtlCol="0">
            <a:spAutoFit/>
          </a:bodyPr>
          <a:lstStyle/>
          <a:p>
            <a:pPr algn="ctr"/>
            <a:r>
              <a:rPr lang="es-MX" sz="1100" dirty="0">
                <a:latin typeface="Gotham" panose="02000604040000020004" pitchFamily="2" charset="0"/>
              </a:rPr>
              <a:t>Dr. Diego Pinto Roa</a:t>
            </a:r>
          </a:p>
          <a:p>
            <a:pPr algn="ctr"/>
            <a:r>
              <a:rPr lang="es-MX" sz="1100" dirty="0">
                <a:latin typeface="Gotham" panose="02000604040000020004" pitchFamily="2" charset="0"/>
              </a:rPr>
              <a:t>Nivel 2</a:t>
            </a:r>
          </a:p>
        </p:txBody>
      </p:sp>
    </p:spTree>
    <p:extLst>
      <p:ext uri="{BB962C8B-B14F-4D97-AF65-F5344CB8AC3E}">
        <p14:creationId xmlns:p14="http://schemas.microsoft.com/office/powerpoint/2010/main" val="1372469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66"/>
          <p:cNvSpPr txBox="1">
            <a:spLocks noGrp="1"/>
          </p:cNvSpPr>
          <p:nvPr>
            <p:ph type="title"/>
          </p:nvPr>
        </p:nvSpPr>
        <p:spPr>
          <a:xfrm>
            <a:off x="1149927" y="184085"/>
            <a:ext cx="6705600" cy="586397"/>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500" dirty="0"/>
              <a:t>Miembros CTA-Ciencias Médicas y de la Salud</a:t>
            </a:r>
            <a:endParaRPr sz="2500" dirty="0"/>
          </a:p>
        </p:txBody>
      </p:sp>
      <p:pic>
        <p:nvPicPr>
          <p:cNvPr id="6" name="Imagen 5"/>
          <p:cNvPicPr>
            <a:picLocks noChangeAspect="1"/>
          </p:cNvPicPr>
          <p:nvPr/>
        </p:nvPicPr>
        <p:blipFill>
          <a:blip r:embed="rId3"/>
          <a:stretch>
            <a:fillRect/>
          </a:stretch>
        </p:blipFill>
        <p:spPr>
          <a:xfrm>
            <a:off x="-1003594" y="1401534"/>
            <a:ext cx="482684" cy="482684"/>
          </a:xfrm>
          <a:prstGeom prst="rect">
            <a:avLst/>
          </a:prstGeom>
        </p:spPr>
      </p:pic>
      <p:pic>
        <p:nvPicPr>
          <p:cNvPr id="7" name="Imagen 6"/>
          <p:cNvPicPr>
            <a:picLocks noChangeAspect="1"/>
          </p:cNvPicPr>
          <p:nvPr/>
        </p:nvPicPr>
        <p:blipFill>
          <a:blip r:embed="rId4"/>
          <a:stretch>
            <a:fillRect/>
          </a:stretch>
        </p:blipFill>
        <p:spPr>
          <a:xfrm>
            <a:off x="-1073517" y="2738373"/>
            <a:ext cx="482685" cy="485991"/>
          </a:xfrm>
          <a:prstGeom prst="rect">
            <a:avLst/>
          </a:prstGeom>
        </p:spPr>
      </p:pic>
      <p:pic>
        <p:nvPicPr>
          <p:cNvPr id="12" name="Imagen 11">
            <a:extLst>
              <a:ext uri="{FF2B5EF4-FFF2-40B4-BE49-F238E27FC236}">
                <a16:creationId xmlns:a16="http://schemas.microsoft.com/office/drawing/2014/main" id="{2AB1B29A-6725-2784-4764-87E3278DA754}"/>
              </a:ext>
            </a:extLst>
          </p:cNvPr>
          <p:cNvPicPr>
            <a:picLocks noChangeAspect="1"/>
          </p:cNvPicPr>
          <p:nvPr/>
        </p:nvPicPr>
        <p:blipFill>
          <a:blip r:embed="rId5"/>
          <a:stretch>
            <a:fillRect/>
          </a:stretch>
        </p:blipFill>
        <p:spPr>
          <a:xfrm>
            <a:off x="766024" y="1230825"/>
            <a:ext cx="1234686" cy="1234686"/>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4" name="CuadroTexto 13">
            <a:extLst>
              <a:ext uri="{FF2B5EF4-FFF2-40B4-BE49-F238E27FC236}">
                <a16:creationId xmlns:a16="http://schemas.microsoft.com/office/drawing/2014/main" id="{A36865C9-8FCD-B4C0-31AA-A7EEB4F7F204}"/>
              </a:ext>
            </a:extLst>
          </p:cNvPr>
          <p:cNvSpPr txBox="1"/>
          <p:nvPr/>
        </p:nvSpPr>
        <p:spPr>
          <a:xfrm>
            <a:off x="696288" y="2465511"/>
            <a:ext cx="1538282" cy="600164"/>
          </a:xfrm>
          <a:prstGeom prst="rect">
            <a:avLst/>
          </a:prstGeom>
          <a:noFill/>
        </p:spPr>
        <p:txBody>
          <a:bodyPr wrap="square" rtlCol="0">
            <a:spAutoFit/>
          </a:bodyPr>
          <a:lstStyle/>
          <a:p>
            <a:pPr algn="ctr"/>
            <a:r>
              <a:rPr lang="es-MX" sz="1100" dirty="0">
                <a:latin typeface="Gotham" panose="02000604040000020004" pitchFamily="2" charset="0"/>
              </a:rPr>
              <a:t>Dr. Alcides Chaux Salinas</a:t>
            </a:r>
          </a:p>
          <a:p>
            <a:pPr algn="ctr"/>
            <a:r>
              <a:rPr lang="es-MX" sz="1100" dirty="0">
                <a:latin typeface="Gotham" panose="02000604040000020004" pitchFamily="2" charset="0"/>
              </a:rPr>
              <a:t>Nivel 2</a:t>
            </a:r>
          </a:p>
        </p:txBody>
      </p:sp>
      <p:pic>
        <p:nvPicPr>
          <p:cNvPr id="16" name="Imagen 15">
            <a:extLst>
              <a:ext uri="{FF2B5EF4-FFF2-40B4-BE49-F238E27FC236}">
                <a16:creationId xmlns:a16="http://schemas.microsoft.com/office/drawing/2014/main" id="{B868E399-B208-5F27-CFAB-D76DA2F29419}"/>
              </a:ext>
            </a:extLst>
          </p:cNvPr>
          <p:cNvPicPr>
            <a:picLocks noChangeAspect="1"/>
          </p:cNvPicPr>
          <p:nvPr/>
        </p:nvPicPr>
        <p:blipFill>
          <a:blip r:embed="rId6"/>
          <a:stretch>
            <a:fillRect/>
          </a:stretch>
        </p:blipFill>
        <p:spPr>
          <a:xfrm>
            <a:off x="2154909" y="3141745"/>
            <a:ext cx="1234685" cy="1234686"/>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8" name="CuadroTexto 17">
            <a:extLst>
              <a:ext uri="{FF2B5EF4-FFF2-40B4-BE49-F238E27FC236}">
                <a16:creationId xmlns:a16="http://schemas.microsoft.com/office/drawing/2014/main" id="{26F7FE53-031E-AA53-9709-23C5A69126E1}"/>
              </a:ext>
            </a:extLst>
          </p:cNvPr>
          <p:cNvSpPr txBox="1"/>
          <p:nvPr/>
        </p:nvSpPr>
        <p:spPr>
          <a:xfrm>
            <a:off x="1746540" y="4376431"/>
            <a:ext cx="1821586" cy="600164"/>
          </a:xfrm>
          <a:prstGeom prst="rect">
            <a:avLst/>
          </a:prstGeom>
          <a:noFill/>
        </p:spPr>
        <p:txBody>
          <a:bodyPr wrap="square" rtlCol="0">
            <a:spAutoFit/>
          </a:bodyPr>
          <a:lstStyle/>
          <a:p>
            <a:pPr algn="ctr"/>
            <a:r>
              <a:rPr lang="es-MX" sz="1100" dirty="0">
                <a:latin typeface="Gotham" panose="02000604040000020004" pitchFamily="2" charset="0"/>
              </a:rPr>
              <a:t>Dra. María Cristina </a:t>
            </a:r>
          </a:p>
          <a:p>
            <a:pPr algn="ctr"/>
            <a:r>
              <a:rPr lang="es-MX" sz="1100" dirty="0">
                <a:latin typeface="Gotham" panose="02000604040000020004" pitchFamily="2" charset="0"/>
              </a:rPr>
              <a:t>Romero</a:t>
            </a:r>
          </a:p>
          <a:p>
            <a:pPr algn="ctr"/>
            <a:r>
              <a:rPr lang="es-MX" sz="1100" dirty="0">
                <a:latin typeface="Gotham" panose="02000604040000020004" pitchFamily="2" charset="0"/>
              </a:rPr>
              <a:t>Nivel 2</a:t>
            </a:r>
          </a:p>
        </p:txBody>
      </p:sp>
      <p:pic>
        <p:nvPicPr>
          <p:cNvPr id="20" name="Imagen 19">
            <a:extLst>
              <a:ext uri="{FF2B5EF4-FFF2-40B4-BE49-F238E27FC236}">
                <a16:creationId xmlns:a16="http://schemas.microsoft.com/office/drawing/2014/main" id="{8C67402A-9C73-F79F-789A-F7F9BAC2F09B}"/>
              </a:ext>
            </a:extLst>
          </p:cNvPr>
          <p:cNvPicPr>
            <a:picLocks noChangeAspect="1"/>
          </p:cNvPicPr>
          <p:nvPr/>
        </p:nvPicPr>
        <p:blipFill>
          <a:blip r:embed="rId7"/>
          <a:stretch>
            <a:fillRect/>
          </a:stretch>
        </p:blipFill>
        <p:spPr>
          <a:xfrm>
            <a:off x="3940046" y="1219693"/>
            <a:ext cx="1263908" cy="1256950"/>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2" name="CuadroTexto 21">
            <a:extLst>
              <a:ext uri="{FF2B5EF4-FFF2-40B4-BE49-F238E27FC236}">
                <a16:creationId xmlns:a16="http://schemas.microsoft.com/office/drawing/2014/main" id="{6F136973-9255-5E92-4D0B-1076F6249FF6}"/>
              </a:ext>
            </a:extLst>
          </p:cNvPr>
          <p:cNvSpPr txBox="1"/>
          <p:nvPr/>
        </p:nvSpPr>
        <p:spPr>
          <a:xfrm>
            <a:off x="3855479" y="2465511"/>
            <a:ext cx="1538283" cy="600164"/>
          </a:xfrm>
          <a:prstGeom prst="rect">
            <a:avLst/>
          </a:prstGeom>
          <a:noFill/>
        </p:spPr>
        <p:txBody>
          <a:bodyPr wrap="square" rtlCol="0">
            <a:spAutoFit/>
          </a:bodyPr>
          <a:lstStyle>
            <a:defPPr marR="0" lvl="0" algn="l" rtl="0">
              <a:lnSpc>
                <a:spcPct val="100000"/>
              </a:lnSpc>
              <a:spcBef>
                <a:spcPts val="0"/>
              </a:spcBef>
              <a:spcAft>
                <a:spcPts val="0"/>
              </a:spcAft>
            </a:defPPr>
            <a:lvl1pPr algn="ctr">
              <a:defRPr sz="1100">
                <a:latin typeface="Gotham" panose="02000604040000020004" pitchFamily="2" charset="0"/>
              </a:defRPr>
            </a:lvl1pPr>
          </a:lstStyle>
          <a:p>
            <a:r>
              <a:rPr lang="es-MX" dirty="0"/>
              <a:t>Dra. Ana Fidelina Gómez</a:t>
            </a:r>
          </a:p>
          <a:p>
            <a:r>
              <a:rPr lang="es-MX" dirty="0"/>
              <a:t>Nivel 2</a:t>
            </a:r>
          </a:p>
        </p:txBody>
      </p:sp>
      <p:pic>
        <p:nvPicPr>
          <p:cNvPr id="24" name="Imagen 23">
            <a:extLst>
              <a:ext uri="{FF2B5EF4-FFF2-40B4-BE49-F238E27FC236}">
                <a16:creationId xmlns:a16="http://schemas.microsoft.com/office/drawing/2014/main" id="{5F3A946A-0550-70F8-A6CC-540CBCAF42BD}"/>
              </a:ext>
            </a:extLst>
          </p:cNvPr>
          <p:cNvPicPr>
            <a:picLocks noChangeAspect="1"/>
          </p:cNvPicPr>
          <p:nvPr/>
        </p:nvPicPr>
        <p:blipFill>
          <a:blip r:embed="rId8"/>
          <a:stretch>
            <a:fillRect/>
          </a:stretch>
        </p:blipFill>
        <p:spPr>
          <a:xfrm>
            <a:off x="6361137" y="3177185"/>
            <a:ext cx="1279451" cy="1234685"/>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CuadroTexto 25">
            <a:extLst>
              <a:ext uri="{FF2B5EF4-FFF2-40B4-BE49-F238E27FC236}">
                <a16:creationId xmlns:a16="http://schemas.microsoft.com/office/drawing/2014/main" id="{BE359833-5785-19E8-9B0D-11951BD3188A}"/>
              </a:ext>
            </a:extLst>
          </p:cNvPr>
          <p:cNvSpPr txBox="1"/>
          <p:nvPr/>
        </p:nvSpPr>
        <p:spPr>
          <a:xfrm>
            <a:off x="6103215" y="4411870"/>
            <a:ext cx="1821585" cy="600164"/>
          </a:xfrm>
          <a:prstGeom prst="rect">
            <a:avLst/>
          </a:prstGeom>
          <a:noFill/>
        </p:spPr>
        <p:txBody>
          <a:bodyPr wrap="square" rtlCol="0">
            <a:spAutoFit/>
          </a:bodyPr>
          <a:lstStyle/>
          <a:p>
            <a:pPr algn="ctr"/>
            <a:r>
              <a:rPr lang="es-MX" sz="1100" dirty="0">
                <a:latin typeface="Gotham" panose="02000604040000020004" pitchFamily="2" charset="0"/>
              </a:rPr>
              <a:t>Dra. Clarisse Virginia Díaz Reissner</a:t>
            </a:r>
          </a:p>
          <a:p>
            <a:pPr algn="ctr"/>
            <a:r>
              <a:rPr lang="es-MX" sz="1100" dirty="0">
                <a:latin typeface="Gotham" panose="02000604040000020004" pitchFamily="2" charset="0"/>
              </a:rPr>
              <a:t>Nivel 2</a:t>
            </a:r>
          </a:p>
        </p:txBody>
      </p:sp>
      <p:pic>
        <p:nvPicPr>
          <p:cNvPr id="30" name="Imagen 29">
            <a:extLst>
              <a:ext uri="{FF2B5EF4-FFF2-40B4-BE49-F238E27FC236}">
                <a16:creationId xmlns:a16="http://schemas.microsoft.com/office/drawing/2014/main" id="{EFD52D45-429E-AB2B-939E-7991F68FE539}"/>
              </a:ext>
            </a:extLst>
          </p:cNvPr>
          <p:cNvPicPr>
            <a:picLocks noChangeAspect="1"/>
          </p:cNvPicPr>
          <p:nvPr/>
        </p:nvPicPr>
        <p:blipFill>
          <a:blip r:embed="rId9"/>
          <a:stretch>
            <a:fillRect/>
          </a:stretch>
        </p:blipFill>
        <p:spPr>
          <a:xfrm>
            <a:off x="7014007" y="1255743"/>
            <a:ext cx="1234686" cy="1256950"/>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2" name="CuadroTexto 31">
            <a:extLst>
              <a:ext uri="{FF2B5EF4-FFF2-40B4-BE49-F238E27FC236}">
                <a16:creationId xmlns:a16="http://schemas.microsoft.com/office/drawing/2014/main" id="{B6046357-1051-D81B-C0AF-D303DFDEB0B7}"/>
              </a:ext>
            </a:extLst>
          </p:cNvPr>
          <p:cNvSpPr txBox="1"/>
          <p:nvPr/>
        </p:nvSpPr>
        <p:spPr>
          <a:xfrm>
            <a:off x="6973153" y="2476643"/>
            <a:ext cx="1538284" cy="600164"/>
          </a:xfrm>
          <a:prstGeom prst="rect">
            <a:avLst/>
          </a:prstGeom>
          <a:noFill/>
        </p:spPr>
        <p:txBody>
          <a:bodyPr wrap="square" rtlCol="0">
            <a:spAutoFit/>
          </a:bodyPr>
          <a:lstStyle/>
          <a:p>
            <a:pPr algn="ctr"/>
            <a:r>
              <a:rPr lang="es-MX" sz="1100" dirty="0">
                <a:latin typeface="Gotham" panose="02000604040000020004" pitchFamily="2" charset="0"/>
              </a:rPr>
              <a:t>Dr. Pablo Hernán </a:t>
            </a:r>
          </a:p>
          <a:p>
            <a:pPr algn="ctr"/>
            <a:r>
              <a:rPr lang="es-MX" sz="1100" dirty="0">
                <a:latin typeface="Gotham" panose="02000604040000020004" pitchFamily="2" charset="0"/>
              </a:rPr>
              <a:t>Sotelo</a:t>
            </a:r>
          </a:p>
          <a:p>
            <a:pPr algn="ctr"/>
            <a:r>
              <a:rPr lang="es-MX" sz="1100" dirty="0">
                <a:latin typeface="Gotham" panose="02000604040000020004" pitchFamily="2" charset="0"/>
              </a:rPr>
              <a:t>Nivel 3</a:t>
            </a:r>
          </a:p>
        </p:txBody>
      </p:sp>
    </p:spTree>
    <p:extLst>
      <p:ext uri="{BB962C8B-B14F-4D97-AF65-F5344CB8AC3E}">
        <p14:creationId xmlns:p14="http://schemas.microsoft.com/office/powerpoint/2010/main" val="3705877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66"/>
          <p:cNvSpPr txBox="1">
            <a:spLocks noGrp="1"/>
          </p:cNvSpPr>
          <p:nvPr>
            <p:ph type="title"/>
          </p:nvPr>
        </p:nvSpPr>
        <p:spPr>
          <a:xfrm>
            <a:off x="1253914" y="240884"/>
            <a:ext cx="6852539" cy="58639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000" dirty="0"/>
              <a:t>Miembros CTA-Ciencias Sociales y Humanidades</a:t>
            </a:r>
            <a:endParaRPr sz="2000" dirty="0"/>
          </a:p>
        </p:txBody>
      </p:sp>
      <p:pic>
        <p:nvPicPr>
          <p:cNvPr id="5" name="Imagen 4"/>
          <p:cNvPicPr>
            <a:picLocks noChangeAspect="1"/>
          </p:cNvPicPr>
          <p:nvPr/>
        </p:nvPicPr>
        <p:blipFill>
          <a:blip r:embed="rId3"/>
          <a:stretch>
            <a:fillRect/>
          </a:stretch>
        </p:blipFill>
        <p:spPr>
          <a:xfrm>
            <a:off x="4498602" y="3777586"/>
            <a:ext cx="471792" cy="474668"/>
          </a:xfrm>
          <a:prstGeom prst="rect">
            <a:avLst/>
          </a:prstGeom>
        </p:spPr>
      </p:pic>
      <p:pic>
        <p:nvPicPr>
          <p:cNvPr id="6" name="Imagen 5"/>
          <p:cNvPicPr>
            <a:picLocks noChangeAspect="1"/>
          </p:cNvPicPr>
          <p:nvPr/>
        </p:nvPicPr>
        <p:blipFill>
          <a:blip r:embed="rId4"/>
          <a:stretch>
            <a:fillRect/>
          </a:stretch>
        </p:blipFill>
        <p:spPr>
          <a:xfrm>
            <a:off x="4334722" y="1202434"/>
            <a:ext cx="586397" cy="586397"/>
          </a:xfrm>
          <a:prstGeom prst="rect">
            <a:avLst/>
          </a:prstGeom>
        </p:spPr>
      </p:pic>
      <p:pic>
        <p:nvPicPr>
          <p:cNvPr id="16" name="Imagen 15">
            <a:extLst>
              <a:ext uri="{FF2B5EF4-FFF2-40B4-BE49-F238E27FC236}">
                <a16:creationId xmlns:a16="http://schemas.microsoft.com/office/drawing/2014/main" id="{863B46A0-354D-85BD-E189-56FB50DA6C43}"/>
              </a:ext>
            </a:extLst>
          </p:cNvPr>
          <p:cNvPicPr>
            <a:picLocks noChangeAspect="1"/>
          </p:cNvPicPr>
          <p:nvPr/>
        </p:nvPicPr>
        <p:blipFill>
          <a:blip r:embed="rId5"/>
          <a:stretch>
            <a:fillRect/>
          </a:stretch>
        </p:blipFill>
        <p:spPr>
          <a:xfrm>
            <a:off x="5920083" y="902909"/>
            <a:ext cx="1295541" cy="1212273"/>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8" name="CuadroTexto 17">
            <a:extLst>
              <a:ext uri="{FF2B5EF4-FFF2-40B4-BE49-F238E27FC236}">
                <a16:creationId xmlns:a16="http://schemas.microsoft.com/office/drawing/2014/main" id="{5127D781-E1B3-6DD1-A1D9-FDA6EA6E884A}"/>
              </a:ext>
            </a:extLst>
          </p:cNvPr>
          <p:cNvSpPr txBox="1"/>
          <p:nvPr/>
        </p:nvSpPr>
        <p:spPr>
          <a:xfrm>
            <a:off x="5728455" y="2202464"/>
            <a:ext cx="1599147" cy="600164"/>
          </a:xfrm>
          <a:prstGeom prst="rect">
            <a:avLst/>
          </a:prstGeom>
          <a:noFill/>
        </p:spPr>
        <p:txBody>
          <a:bodyPr wrap="square" rtlCol="0">
            <a:spAutoFit/>
          </a:bodyPr>
          <a:lstStyle/>
          <a:p>
            <a:pPr algn="ctr"/>
            <a:r>
              <a:rPr lang="es-MX" sz="1100" dirty="0">
                <a:latin typeface="Gotham" panose="02000604040000020004" pitchFamily="2" charset="0"/>
              </a:rPr>
              <a:t>Dra. Sarah Patricia</a:t>
            </a:r>
          </a:p>
          <a:p>
            <a:pPr algn="ctr"/>
            <a:r>
              <a:rPr lang="es-MX" sz="1100" dirty="0">
                <a:latin typeface="Gotham" panose="02000604040000020004" pitchFamily="2" charset="0"/>
              </a:rPr>
              <a:t>Cerna Villagra</a:t>
            </a:r>
          </a:p>
          <a:p>
            <a:pPr algn="ctr"/>
            <a:r>
              <a:rPr lang="es-MX" sz="1100" dirty="0">
                <a:latin typeface="Gotham" panose="02000604040000020004" pitchFamily="2" charset="0"/>
              </a:rPr>
              <a:t>Nivel 2</a:t>
            </a:r>
          </a:p>
        </p:txBody>
      </p:sp>
      <p:pic>
        <p:nvPicPr>
          <p:cNvPr id="20" name="Imagen 19">
            <a:extLst>
              <a:ext uri="{FF2B5EF4-FFF2-40B4-BE49-F238E27FC236}">
                <a16:creationId xmlns:a16="http://schemas.microsoft.com/office/drawing/2014/main" id="{7FFC2D78-4D42-0755-569F-BE237C1152D8}"/>
              </a:ext>
            </a:extLst>
          </p:cNvPr>
          <p:cNvPicPr>
            <a:picLocks noChangeAspect="1"/>
          </p:cNvPicPr>
          <p:nvPr/>
        </p:nvPicPr>
        <p:blipFill>
          <a:blip r:embed="rId6"/>
          <a:stretch>
            <a:fillRect/>
          </a:stretch>
        </p:blipFill>
        <p:spPr>
          <a:xfrm>
            <a:off x="1388711" y="902909"/>
            <a:ext cx="1394113" cy="1325776"/>
          </a:xfrm>
          <a:prstGeom prst="ellipse">
            <a:avLst/>
          </a:prstGeom>
          <a:ln w="952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2" name="CuadroTexto 21">
            <a:extLst>
              <a:ext uri="{FF2B5EF4-FFF2-40B4-BE49-F238E27FC236}">
                <a16:creationId xmlns:a16="http://schemas.microsoft.com/office/drawing/2014/main" id="{D476EF14-FB90-FA50-4977-3711896D993E}"/>
              </a:ext>
            </a:extLst>
          </p:cNvPr>
          <p:cNvSpPr txBox="1"/>
          <p:nvPr/>
        </p:nvSpPr>
        <p:spPr>
          <a:xfrm>
            <a:off x="1253914" y="2346330"/>
            <a:ext cx="1908189" cy="600164"/>
          </a:xfrm>
          <a:prstGeom prst="rect">
            <a:avLst/>
          </a:prstGeom>
          <a:noFill/>
        </p:spPr>
        <p:txBody>
          <a:bodyPr wrap="square" rtlCol="0">
            <a:spAutoFit/>
          </a:bodyPr>
          <a:lstStyle/>
          <a:p>
            <a:pPr algn="ctr"/>
            <a:r>
              <a:rPr lang="es-MX" sz="1100" dirty="0">
                <a:latin typeface="Gotham" panose="02000604040000020004" pitchFamily="2" charset="0"/>
              </a:rPr>
              <a:t>Dr. Bruno Ramón Fogel Pedroso</a:t>
            </a:r>
          </a:p>
          <a:p>
            <a:pPr algn="ctr"/>
            <a:r>
              <a:rPr lang="es-MX" sz="1100" dirty="0">
                <a:latin typeface="Gotham" panose="02000604040000020004" pitchFamily="2" charset="0"/>
              </a:rPr>
              <a:t>Nivel 3</a:t>
            </a:r>
          </a:p>
        </p:txBody>
      </p:sp>
      <p:pic>
        <p:nvPicPr>
          <p:cNvPr id="24" name="Imagen 23" descr="Edgar Antonio Sánchez Báez">
            <a:extLst>
              <a:ext uri="{FF2B5EF4-FFF2-40B4-BE49-F238E27FC236}">
                <a16:creationId xmlns:a16="http://schemas.microsoft.com/office/drawing/2014/main" id="{8F29664F-6F42-5E3F-9920-A505E96445FB}"/>
              </a:ext>
            </a:extLst>
          </p:cNvPr>
          <p:cNvPicPr>
            <a:picLocks noChangeAspect="1"/>
          </p:cNvPicPr>
          <p:nvPr/>
        </p:nvPicPr>
        <p:blipFill>
          <a:blip r:embed="rId7"/>
          <a:stretch>
            <a:fillRect/>
          </a:stretch>
        </p:blipFill>
        <p:spPr>
          <a:xfrm>
            <a:off x="2265295" y="3109247"/>
            <a:ext cx="1271694" cy="1228016"/>
          </a:xfrm>
          <a:prstGeom prst="ellipse">
            <a:avLst/>
          </a:prstGeom>
          <a:ln w="635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CuadroTexto 25">
            <a:extLst>
              <a:ext uri="{FF2B5EF4-FFF2-40B4-BE49-F238E27FC236}">
                <a16:creationId xmlns:a16="http://schemas.microsoft.com/office/drawing/2014/main" id="{08EE9CE0-0FEB-0427-B7B9-BC3E9A0BC30D}"/>
              </a:ext>
            </a:extLst>
          </p:cNvPr>
          <p:cNvSpPr txBox="1"/>
          <p:nvPr/>
        </p:nvSpPr>
        <p:spPr>
          <a:xfrm>
            <a:off x="2085768" y="4354016"/>
            <a:ext cx="1630749" cy="600164"/>
          </a:xfrm>
          <a:prstGeom prst="rect">
            <a:avLst/>
          </a:prstGeom>
          <a:noFill/>
        </p:spPr>
        <p:txBody>
          <a:bodyPr wrap="square" rtlCol="0">
            <a:spAutoFit/>
          </a:bodyPr>
          <a:lstStyle/>
          <a:p>
            <a:pPr algn="ctr"/>
            <a:r>
              <a:rPr lang="es-MX" sz="1100" dirty="0">
                <a:latin typeface="Gotham" panose="02000604040000020004" pitchFamily="2" charset="0"/>
              </a:rPr>
              <a:t>Dr. Edgar Antonio Sánchez Báez</a:t>
            </a:r>
          </a:p>
          <a:p>
            <a:pPr algn="ctr"/>
            <a:r>
              <a:rPr lang="es-MX" sz="1100" dirty="0">
                <a:latin typeface="Gotham" panose="02000604040000020004" pitchFamily="2" charset="0"/>
              </a:rPr>
              <a:t>Nivel 1</a:t>
            </a:r>
          </a:p>
        </p:txBody>
      </p:sp>
      <p:pic>
        <p:nvPicPr>
          <p:cNvPr id="28" name="Imagen 27">
            <a:extLst>
              <a:ext uri="{FF2B5EF4-FFF2-40B4-BE49-F238E27FC236}">
                <a16:creationId xmlns:a16="http://schemas.microsoft.com/office/drawing/2014/main" id="{F5046675-8A68-FE14-49D5-55316B9CE99B}"/>
              </a:ext>
            </a:extLst>
          </p:cNvPr>
          <p:cNvPicPr>
            <a:picLocks noChangeAspect="1"/>
          </p:cNvPicPr>
          <p:nvPr/>
        </p:nvPicPr>
        <p:blipFill>
          <a:blip r:embed="rId8"/>
          <a:stretch>
            <a:fillRect/>
          </a:stretch>
        </p:blipFill>
        <p:spPr>
          <a:xfrm>
            <a:off x="5932007" y="3094927"/>
            <a:ext cx="1271695" cy="1205818"/>
          </a:xfrm>
          <a:prstGeom prst="ellipse">
            <a:avLst/>
          </a:prstGeom>
          <a:ln w="1270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0" name="CuadroTexto 29">
            <a:extLst>
              <a:ext uri="{FF2B5EF4-FFF2-40B4-BE49-F238E27FC236}">
                <a16:creationId xmlns:a16="http://schemas.microsoft.com/office/drawing/2014/main" id="{BEEEB030-5B4F-5B1C-6AFB-C69A62079341}"/>
              </a:ext>
            </a:extLst>
          </p:cNvPr>
          <p:cNvSpPr txBox="1"/>
          <p:nvPr/>
        </p:nvSpPr>
        <p:spPr>
          <a:xfrm>
            <a:off x="5932007" y="4415785"/>
            <a:ext cx="1495650" cy="600164"/>
          </a:xfrm>
          <a:prstGeom prst="rect">
            <a:avLst/>
          </a:prstGeom>
          <a:noFill/>
        </p:spPr>
        <p:txBody>
          <a:bodyPr wrap="square" rtlCol="0">
            <a:spAutoFit/>
          </a:bodyPr>
          <a:lstStyle/>
          <a:p>
            <a:pPr algn="ctr"/>
            <a:r>
              <a:rPr lang="es-MX" sz="1100" dirty="0">
                <a:latin typeface="Gotham" panose="02000604040000020004" pitchFamily="2" charset="0"/>
              </a:rPr>
              <a:t>Dra. Valentina Canese Caballero</a:t>
            </a:r>
          </a:p>
          <a:p>
            <a:pPr algn="ctr"/>
            <a:r>
              <a:rPr lang="es-MX" sz="1100" dirty="0">
                <a:latin typeface="Gotham" panose="02000604040000020004" pitchFamily="2" charset="0"/>
              </a:rPr>
              <a:t>Nivel 2</a:t>
            </a:r>
          </a:p>
        </p:txBody>
      </p:sp>
    </p:spTree>
    <p:extLst>
      <p:ext uri="{BB962C8B-B14F-4D97-AF65-F5344CB8AC3E}">
        <p14:creationId xmlns:p14="http://schemas.microsoft.com/office/powerpoint/2010/main" val="1133857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46"/>
          <p:cNvSpPr txBox="1">
            <a:spLocks noGrp="1"/>
          </p:cNvSpPr>
          <p:nvPr>
            <p:ph type="title"/>
          </p:nvPr>
        </p:nvSpPr>
        <p:spPr>
          <a:xfrm>
            <a:off x="879328" y="343918"/>
            <a:ext cx="7704000" cy="40980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t>Periodos de evaluación a tener en cuenta para el análisis de la producción científica</a:t>
            </a:r>
            <a:endParaRPr sz="2000" dirty="0"/>
          </a:p>
        </p:txBody>
      </p:sp>
      <p:sp>
        <p:nvSpPr>
          <p:cNvPr id="797" name="Google Shape;797;p46"/>
          <p:cNvSpPr txBox="1">
            <a:spLocks noGrp="1"/>
          </p:cNvSpPr>
          <p:nvPr>
            <p:ph type="subTitle" idx="3"/>
          </p:nvPr>
        </p:nvSpPr>
        <p:spPr>
          <a:xfrm>
            <a:off x="979987" y="2276714"/>
            <a:ext cx="1222454"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Nivel 1</a:t>
            </a:r>
            <a:endParaRPr dirty="0"/>
          </a:p>
        </p:txBody>
      </p:sp>
      <p:sp>
        <p:nvSpPr>
          <p:cNvPr id="798" name="Google Shape;798;p46"/>
          <p:cNvSpPr txBox="1">
            <a:spLocks noGrp="1"/>
          </p:cNvSpPr>
          <p:nvPr>
            <p:ph type="subTitle" idx="4"/>
          </p:nvPr>
        </p:nvSpPr>
        <p:spPr>
          <a:xfrm>
            <a:off x="3927925" y="2245911"/>
            <a:ext cx="1222453"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Nivel 2</a:t>
            </a:r>
            <a:endParaRPr dirty="0"/>
          </a:p>
        </p:txBody>
      </p:sp>
      <p:sp>
        <p:nvSpPr>
          <p:cNvPr id="799" name="Google Shape;799;p46"/>
          <p:cNvSpPr txBox="1">
            <a:spLocks noGrp="1"/>
          </p:cNvSpPr>
          <p:nvPr>
            <p:ph type="subTitle" idx="1"/>
          </p:nvPr>
        </p:nvSpPr>
        <p:spPr>
          <a:xfrm>
            <a:off x="607349" y="2781798"/>
            <a:ext cx="2231954" cy="666383"/>
          </a:xfrm>
          <a:prstGeom prst="rect">
            <a:avLst/>
          </a:prstGeom>
        </p:spPr>
        <p:txBody>
          <a:bodyPr spcFirstLastPara="1" wrap="square" lIns="91425" tIns="91425" rIns="91425" bIns="91425" anchor="t" anchorCtr="0">
            <a:noAutofit/>
          </a:bodyPr>
          <a:lstStyle/>
          <a:p>
            <a:pPr marL="171450" lvl="0" indent="-171450" algn="just">
              <a:buFont typeface="Wingdings" panose="05000000000000000000" pitchFamily="2" charset="2"/>
              <a:buChar char="§"/>
            </a:pPr>
            <a:r>
              <a:rPr lang="es-MX" sz="1000" b="1" dirty="0"/>
              <a:t>Abarca desde el 9 de julio de 2022 hasta el 24 de julio de 2026.</a:t>
            </a:r>
          </a:p>
          <a:p>
            <a:pPr marL="171450" lvl="0" indent="-171450" algn="just">
              <a:buFont typeface="Wingdings" panose="05000000000000000000" pitchFamily="2" charset="2"/>
              <a:buChar char="§"/>
            </a:pPr>
            <a:r>
              <a:rPr lang="es-MX" sz="1000" b="1" dirty="0"/>
              <a:t>Abarca desde el 18 de agosto de 2023 hasta el 24 de julio de 2026.</a:t>
            </a:r>
          </a:p>
          <a:p>
            <a:pPr marL="0" lvl="0" indent="0" algn="just"/>
            <a:endParaRPr sz="1000" dirty="0"/>
          </a:p>
        </p:txBody>
      </p:sp>
      <p:sp>
        <p:nvSpPr>
          <p:cNvPr id="800" name="Google Shape;800;p46"/>
          <p:cNvSpPr txBox="1">
            <a:spLocks noGrp="1"/>
          </p:cNvSpPr>
          <p:nvPr>
            <p:ph type="subTitle" idx="2"/>
          </p:nvPr>
        </p:nvSpPr>
        <p:spPr>
          <a:xfrm>
            <a:off x="3446865" y="2781798"/>
            <a:ext cx="2021185" cy="661768"/>
          </a:xfrm>
          <a:prstGeom prst="rect">
            <a:avLst/>
          </a:prstGeom>
        </p:spPr>
        <p:txBody>
          <a:bodyPr spcFirstLastPara="1" wrap="square" lIns="91425" tIns="91425" rIns="91425" bIns="91425" anchor="t" anchorCtr="0">
            <a:noAutofit/>
          </a:bodyPr>
          <a:lstStyle/>
          <a:p>
            <a:pPr marL="171450" lvl="0" indent="-171450" algn="just">
              <a:buFont typeface="Wingdings" panose="05000000000000000000" pitchFamily="2" charset="2"/>
              <a:buChar char="§"/>
            </a:pPr>
            <a:r>
              <a:rPr lang="es-MX" sz="1000" b="1" dirty="0"/>
              <a:t>Abarca desde 28 de diciembre de 2021 hasta el 24 de julio de 2026</a:t>
            </a:r>
            <a:endParaRPr sz="1000" b="1" dirty="0"/>
          </a:p>
        </p:txBody>
      </p:sp>
      <p:sp>
        <p:nvSpPr>
          <p:cNvPr id="801" name="Google Shape;801;p46"/>
          <p:cNvSpPr/>
          <p:nvPr/>
        </p:nvSpPr>
        <p:spPr>
          <a:xfrm>
            <a:off x="1233014" y="1508411"/>
            <a:ext cx="716400" cy="71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6"/>
          <p:cNvSpPr/>
          <p:nvPr/>
        </p:nvSpPr>
        <p:spPr>
          <a:xfrm>
            <a:off x="4099257" y="1433895"/>
            <a:ext cx="716400" cy="71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3" name="Google Shape;803;p46"/>
          <p:cNvGrpSpPr/>
          <p:nvPr/>
        </p:nvGrpSpPr>
        <p:grpSpPr>
          <a:xfrm>
            <a:off x="1398441" y="1675812"/>
            <a:ext cx="366364" cy="359075"/>
            <a:chOff x="-60988625" y="3740800"/>
            <a:chExt cx="316650" cy="310350"/>
          </a:xfrm>
        </p:grpSpPr>
        <p:sp>
          <p:nvSpPr>
            <p:cNvPr id="804" name="Google Shape;804;p46"/>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6"/>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6"/>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 name="Google Shape;807;p46"/>
          <p:cNvGrpSpPr/>
          <p:nvPr/>
        </p:nvGrpSpPr>
        <p:grpSpPr>
          <a:xfrm>
            <a:off x="4291406" y="1662200"/>
            <a:ext cx="351024" cy="350079"/>
            <a:chOff x="3859600" y="3591950"/>
            <a:chExt cx="296975" cy="296175"/>
          </a:xfrm>
        </p:grpSpPr>
        <p:sp>
          <p:nvSpPr>
            <p:cNvPr id="808" name="Google Shape;808;p46"/>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6"/>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6"/>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801;p46">
            <a:extLst>
              <a:ext uri="{FF2B5EF4-FFF2-40B4-BE49-F238E27FC236}">
                <a16:creationId xmlns:a16="http://schemas.microsoft.com/office/drawing/2014/main" id="{95A9D840-3C08-F94A-8E70-91A9D24CB37F}"/>
              </a:ext>
            </a:extLst>
          </p:cNvPr>
          <p:cNvSpPr/>
          <p:nvPr/>
        </p:nvSpPr>
        <p:spPr>
          <a:xfrm>
            <a:off x="6752985" y="1479040"/>
            <a:ext cx="716400" cy="71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803;p46">
            <a:extLst>
              <a:ext uri="{FF2B5EF4-FFF2-40B4-BE49-F238E27FC236}">
                <a16:creationId xmlns:a16="http://schemas.microsoft.com/office/drawing/2014/main" id="{5A6568FC-6B83-2FD4-4FA2-284770F5D8F4}"/>
              </a:ext>
            </a:extLst>
          </p:cNvPr>
          <p:cNvGrpSpPr/>
          <p:nvPr/>
        </p:nvGrpSpPr>
        <p:grpSpPr>
          <a:xfrm>
            <a:off x="6928003" y="1668892"/>
            <a:ext cx="366364" cy="359075"/>
            <a:chOff x="-60988625" y="3740800"/>
            <a:chExt cx="316650" cy="310350"/>
          </a:xfrm>
        </p:grpSpPr>
        <p:sp>
          <p:nvSpPr>
            <p:cNvPr id="5" name="Google Shape;804;p46">
              <a:extLst>
                <a:ext uri="{FF2B5EF4-FFF2-40B4-BE49-F238E27FC236}">
                  <a16:creationId xmlns:a16="http://schemas.microsoft.com/office/drawing/2014/main" id="{93C8E7C3-F887-C410-A260-B72CF0D839CD}"/>
                </a:ext>
              </a:extLst>
            </p:cNvPr>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05;p46">
              <a:extLst>
                <a:ext uri="{FF2B5EF4-FFF2-40B4-BE49-F238E27FC236}">
                  <a16:creationId xmlns:a16="http://schemas.microsoft.com/office/drawing/2014/main" id="{D7C91B7B-0B9E-D7FF-AD34-43B4E4FDF221}"/>
                </a:ext>
              </a:extLst>
            </p:cNvPr>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06;p46">
              <a:extLst>
                <a:ext uri="{FF2B5EF4-FFF2-40B4-BE49-F238E27FC236}">
                  <a16:creationId xmlns:a16="http://schemas.microsoft.com/office/drawing/2014/main" id="{3B95DC1A-14EF-8EE2-BC0D-3CAD8B1EC827}"/>
                </a:ext>
              </a:extLst>
            </p:cNvPr>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798;p46">
            <a:extLst>
              <a:ext uri="{FF2B5EF4-FFF2-40B4-BE49-F238E27FC236}">
                <a16:creationId xmlns:a16="http://schemas.microsoft.com/office/drawing/2014/main" id="{26F64AB1-70AA-70D2-A052-5BEAC3613B50}"/>
              </a:ext>
            </a:extLst>
          </p:cNvPr>
          <p:cNvSpPr txBox="1">
            <a:spLocks/>
          </p:cNvSpPr>
          <p:nvPr/>
        </p:nvSpPr>
        <p:spPr>
          <a:xfrm>
            <a:off x="6535045" y="2245911"/>
            <a:ext cx="1222453" cy="438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000"/>
              <a:buFont typeface="DM Sans"/>
              <a:buNone/>
              <a:defRPr sz="2000" b="1"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9pPr>
          </a:lstStyle>
          <a:p>
            <a:pPr marL="0" indent="0"/>
            <a:r>
              <a:rPr lang="es-MX" dirty="0"/>
              <a:t>Nivel 3</a:t>
            </a:r>
          </a:p>
        </p:txBody>
      </p:sp>
      <p:sp>
        <p:nvSpPr>
          <p:cNvPr id="11" name="Google Shape;800;p46">
            <a:extLst>
              <a:ext uri="{FF2B5EF4-FFF2-40B4-BE49-F238E27FC236}">
                <a16:creationId xmlns:a16="http://schemas.microsoft.com/office/drawing/2014/main" id="{4357E60F-0681-DC15-83AF-0C8BF3954DE3}"/>
              </a:ext>
            </a:extLst>
          </p:cNvPr>
          <p:cNvSpPr txBox="1">
            <a:spLocks/>
          </p:cNvSpPr>
          <p:nvPr/>
        </p:nvSpPr>
        <p:spPr>
          <a:xfrm>
            <a:off x="6142071" y="2785754"/>
            <a:ext cx="2021185" cy="6617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171450" indent="-171450" algn="just">
              <a:buFont typeface="Wingdings" panose="05000000000000000000" pitchFamily="2" charset="2"/>
              <a:buChar char="§"/>
            </a:pPr>
            <a:r>
              <a:rPr lang="es-MX" sz="1000" b="1" dirty="0"/>
              <a:t>Abarca desde 3 de agosto de 2021 hasta el 24 de julio de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6" name="Google Shape;696;p40"/>
          <p:cNvSpPr txBox="1">
            <a:spLocks noGrp="1"/>
          </p:cNvSpPr>
          <p:nvPr>
            <p:ph type="title" idx="2"/>
          </p:nvPr>
        </p:nvSpPr>
        <p:spPr>
          <a:xfrm>
            <a:off x="419022" y="1401879"/>
            <a:ext cx="707111" cy="58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698" name="Google Shape;698;p40"/>
          <p:cNvSpPr txBox="1">
            <a:spLocks noGrp="1"/>
          </p:cNvSpPr>
          <p:nvPr>
            <p:ph type="title" idx="4"/>
          </p:nvPr>
        </p:nvSpPr>
        <p:spPr>
          <a:xfrm>
            <a:off x="4722098" y="1363048"/>
            <a:ext cx="688183" cy="58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701" name="Google Shape;701;p40"/>
          <p:cNvSpPr txBox="1">
            <a:spLocks noGrp="1"/>
          </p:cNvSpPr>
          <p:nvPr>
            <p:ph type="title" idx="7"/>
          </p:nvPr>
        </p:nvSpPr>
        <p:spPr>
          <a:xfrm>
            <a:off x="419022" y="2983655"/>
            <a:ext cx="820926" cy="58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704" name="Google Shape;704;p40"/>
          <p:cNvSpPr txBox="1">
            <a:spLocks noGrp="1"/>
          </p:cNvSpPr>
          <p:nvPr>
            <p:ph type="title" idx="13"/>
          </p:nvPr>
        </p:nvSpPr>
        <p:spPr>
          <a:xfrm>
            <a:off x="4719345" y="3122479"/>
            <a:ext cx="772404" cy="58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706" name="Google Shape;706;p40"/>
          <p:cNvSpPr txBox="1">
            <a:spLocks noGrp="1"/>
          </p:cNvSpPr>
          <p:nvPr>
            <p:ph type="title" idx="15"/>
          </p:nvPr>
        </p:nvSpPr>
        <p:spPr>
          <a:xfrm>
            <a:off x="720000" y="193909"/>
            <a:ext cx="7704000" cy="568330"/>
          </a:xfrm>
          <a:prstGeom prst="rect">
            <a:avLst/>
          </a:prstGeom>
        </p:spPr>
        <p:txBody>
          <a:bodyPr spcFirstLastPara="1" wrap="square" lIns="91425" tIns="91425" rIns="91425" bIns="91425" anchor="t" anchorCtr="0">
            <a:noAutofit/>
          </a:bodyPr>
          <a:lstStyle/>
          <a:p>
            <a:pPr lvl="0"/>
            <a:r>
              <a:rPr lang="es-MX" dirty="0"/>
              <a:t>Metodología de trabajo</a:t>
            </a:r>
            <a:endParaRPr dirty="0"/>
          </a:p>
        </p:txBody>
      </p:sp>
      <p:sp>
        <p:nvSpPr>
          <p:cNvPr id="3" name="Subtítulo 2"/>
          <p:cNvSpPr>
            <a:spLocks noGrp="1"/>
          </p:cNvSpPr>
          <p:nvPr>
            <p:ph type="subTitle" idx="8"/>
          </p:nvPr>
        </p:nvSpPr>
        <p:spPr>
          <a:xfrm>
            <a:off x="1002645" y="2999631"/>
            <a:ext cx="3692842" cy="1138647"/>
          </a:xfrm>
        </p:spPr>
        <p:txBody>
          <a:bodyPr/>
          <a:lstStyle/>
          <a:p>
            <a:pPr algn="just"/>
            <a:r>
              <a:rPr lang="es-MX" sz="1200" b="1" dirty="0">
                <a:latin typeface="Montserrat"/>
                <a:ea typeface="Montserrat"/>
                <a:cs typeface="Montserrat"/>
                <a:sym typeface="Montserrat"/>
              </a:rPr>
              <a:t>En la fecha indicada como “fin del</a:t>
            </a:r>
          </a:p>
          <a:p>
            <a:pPr algn="just"/>
            <a:r>
              <a:rPr lang="es-MX" sz="1200" b="1" dirty="0">
                <a:latin typeface="Montserrat"/>
                <a:ea typeface="Montserrat"/>
                <a:cs typeface="Montserrat"/>
                <a:sym typeface="Montserrat"/>
              </a:rPr>
              <a:t>proceso de evaluación” se debe contar</a:t>
            </a:r>
          </a:p>
          <a:p>
            <a:pPr algn="just"/>
            <a:r>
              <a:rPr lang="es-MX" sz="1200" b="1" dirty="0">
                <a:latin typeface="Montserrat"/>
                <a:ea typeface="Montserrat"/>
                <a:cs typeface="Montserrat"/>
                <a:sym typeface="Montserrat"/>
              </a:rPr>
              <a:t>con las hojas de dictámenes de cada</a:t>
            </a:r>
          </a:p>
          <a:p>
            <a:pPr algn="just"/>
            <a:r>
              <a:rPr lang="es-MX" sz="1200" b="1" dirty="0">
                <a:latin typeface="Montserrat"/>
                <a:ea typeface="Montserrat"/>
                <a:cs typeface="Montserrat"/>
                <a:sym typeface="Montserrat"/>
              </a:rPr>
              <a:t>postulante  y actas debidamente</a:t>
            </a:r>
          </a:p>
          <a:p>
            <a:pPr algn="just"/>
            <a:r>
              <a:rPr lang="es-MX" sz="1200" b="1" dirty="0">
                <a:latin typeface="Montserrat"/>
                <a:ea typeface="Montserrat"/>
                <a:cs typeface="Montserrat"/>
                <a:sym typeface="Montserrat"/>
              </a:rPr>
              <a:t>firmadas.</a:t>
            </a:r>
          </a:p>
          <a:p>
            <a:endParaRPr lang="es-MX" dirty="0"/>
          </a:p>
        </p:txBody>
      </p:sp>
      <p:sp>
        <p:nvSpPr>
          <p:cNvPr id="6" name="CuadroTexto 5"/>
          <p:cNvSpPr txBox="1"/>
          <p:nvPr/>
        </p:nvSpPr>
        <p:spPr>
          <a:xfrm>
            <a:off x="1126133" y="1190115"/>
            <a:ext cx="3445867" cy="1200329"/>
          </a:xfrm>
          <a:prstGeom prst="rect">
            <a:avLst/>
          </a:prstGeom>
          <a:noFill/>
        </p:spPr>
        <p:txBody>
          <a:bodyPr wrap="square" rtlCol="0">
            <a:spAutoFit/>
          </a:bodyPr>
          <a:lstStyle/>
          <a:p>
            <a:pPr algn="just"/>
            <a:r>
              <a:rPr lang="es-MX" sz="1200" b="1" dirty="0">
                <a:solidFill>
                  <a:schemeClr val="tx1"/>
                </a:solidFill>
                <a:latin typeface="Montserrat"/>
                <a:ea typeface="Montserrat"/>
                <a:cs typeface="Montserrat"/>
                <a:sym typeface="DM Sans"/>
              </a:rPr>
              <a:t>Se requerirá de al menos 2 reuniones presenciales o las que la CTA considere necesaria para la toma de decisión final. </a:t>
            </a:r>
            <a:r>
              <a:rPr lang="es-MX" sz="1200" b="1" dirty="0">
                <a:solidFill>
                  <a:schemeClr val="tx1"/>
                </a:solidFill>
                <a:latin typeface="Montserrat"/>
                <a:sym typeface="DM Sans"/>
              </a:rPr>
              <a:t>Los horarios de las reuniones, serán establecidas por los miembros</a:t>
            </a:r>
            <a:r>
              <a:rPr lang="es-MX" sz="1200" b="1" dirty="0">
                <a:solidFill>
                  <a:schemeClr val="tx1"/>
                </a:solidFill>
                <a:latin typeface="Montserrat"/>
              </a:rPr>
              <a:t>.</a:t>
            </a:r>
            <a:br>
              <a:rPr lang="es-MX" sz="1200" b="1" dirty="0">
                <a:solidFill>
                  <a:schemeClr val="tx1"/>
                </a:solidFill>
                <a:latin typeface="Montserrat"/>
              </a:rPr>
            </a:br>
            <a:endParaRPr lang="es-MX" sz="1200" b="1" dirty="0">
              <a:solidFill>
                <a:schemeClr val="tx1"/>
              </a:solidFill>
              <a:latin typeface="Montserrat"/>
            </a:endParaRPr>
          </a:p>
        </p:txBody>
      </p:sp>
      <p:sp>
        <p:nvSpPr>
          <p:cNvPr id="7" name="CuadroTexto 6"/>
          <p:cNvSpPr txBox="1"/>
          <p:nvPr/>
        </p:nvSpPr>
        <p:spPr>
          <a:xfrm>
            <a:off x="5316995" y="1190115"/>
            <a:ext cx="3168235" cy="1200329"/>
          </a:xfrm>
          <a:prstGeom prst="rect">
            <a:avLst/>
          </a:prstGeom>
          <a:noFill/>
        </p:spPr>
        <p:txBody>
          <a:bodyPr wrap="square" rtlCol="0">
            <a:spAutoFit/>
          </a:bodyPr>
          <a:lstStyle/>
          <a:p>
            <a:pPr algn="just"/>
            <a:r>
              <a:rPr lang="es-MX" sz="1200" b="1" dirty="0">
                <a:solidFill>
                  <a:schemeClr val="dk1"/>
                </a:solidFill>
                <a:latin typeface="Montserrat"/>
                <a:ea typeface="Montserrat"/>
                <a:cs typeface="Montserrat"/>
              </a:rPr>
              <a:t>Las hojas de resultado que serán completadas por los miembros de las Comisiones Evaluadoras utilizando el SPI; deben indicar el cumplimiento de los criterios del área. </a:t>
            </a:r>
          </a:p>
        </p:txBody>
      </p:sp>
      <p:sp>
        <p:nvSpPr>
          <p:cNvPr id="10" name="CuadroTexto 9"/>
          <p:cNvSpPr txBox="1"/>
          <p:nvPr/>
        </p:nvSpPr>
        <p:spPr>
          <a:xfrm>
            <a:off x="5534526" y="2999631"/>
            <a:ext cx="3043990" cy="1015663"/>
          </a:xfrm>
          <a:prstGeom prst="rect">
            <a:avLst/>
          </a:prstGeom>
          <a:noFill/>
        </p:spPr>
        <p:txBody>
          <a:bodyPr wrap="square" rtlCol="0">
            <a:spAutoFit/>
          </a:bodyPr>
          <a:lstStyle/>
          <a:p>
            <a:r>
              <a:rPr lang="es-MX" sz="1200" b="1" dirty="0">
                <a:solidFill>
                  <a:schemeClr val="dk1"/>
                </a:solidFill>
                <a:latin typeface="Montserrat"/>
                <a:ea typeface="Montserrat"/>
                <a:cs typeface="Montserrat"/>
              </a:rPr>
              <a:t>Se solicita designar a un miembro por cada CTA como representante a fin de que exista una mejor comunicación con el equipo técnico.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70"/>
          <p:cNvSpPr txBox="1">
            <a:spLocks noGrp="1"/>
          </p:cNvSpPr>
          <p:nvPr>
            <p:ph type="title"/>
          </p:nvPr>
        </p:nvSpPr>
        <p:spPr>
          <a:xfrm>
            <a:off x="662743" y="660945"/>
            <a:ext cx="7704000" cy="631500"/>
          </a:xfrm>
          <a:prstGeom prst="rect">
            <a:avLst/>
          </a:prstGeom>
        </p:spPr>
        <p:txBody>
          <a:bodyPr spcFirstLastPara="1" wrap="square" lIns="91425" tIns="91425" rIns="91425" bIns="91425" anchor="t" anchorCtr="0">
            <a:noAutofit/>
          </a:bodyPr>
          <a:lstStyle/>
          <a:p>
            <a:pPr lvl="0"/>
            <a:r>
              <a:rPr lang="es-MX" sz="2500" dirty="0"/>
              <a:t>Calendario de evaluaciones de las CTA</a:t>
            </a:r>
            <a:endParaRPr sz="2500" dirty="0"/>
          </a:p>
        </p:txBody>
      </p:sp>
      <p:grpSp>
        <p:nvGrpSpPr>
          <p:cNvPr id="1277" name="Google Shape;1277;p70"/>
          <p:cNvGrpSpPr/>
          <p:nvPr/>
        </p:nvGrpSpPr>
        <p:grpSpPr>
          <a:xfrm>
            <a:off x="3494743" y="1650791"/>
            <a:ext cx="2157244" cy="2807941"/>
            <a:chOff x="3494743" y="1650791"/>
            <a:chExt cx="2157244" cy="2807941"/>
          </a:xfrm>
        </p:grpSpPr>
        <p:sp>
          <p:nvSpPr>
            <p:cNvPr id="1278" name="Google Shape;1278;p70"/>
            <p:cNvSpPr/>
            <p:nvPr/>
          </p:nvSpPr>
          <p:spPr>
            <a:xfrm>
              <a:off x="3494743" y="1650791"/>
              <a:ext cx="2040000" cy="2690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0"/>
            <p:cNvSpPr/>
            <p:nvPr/>
          </p:nvSpPr>
          <p:spPr>
            <a:xfrm>
              <a:off x="3611987" y="1768032"/>
              <a:ext cx="2040000" cy="2690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0" name="Google Shape;1280;p70"/>
            <p:cNvGrpSpPr/>
            <p:nvPr/>
          </p:nvGrpSpPr>
          <p:grpSpPr>
            <a:xfrm>
              <a:off x="3773124" y="2667603"/>
              <a:ext cx="1717787" cy="1612783"/>
              <a:chOff x="3773124" y="2210403"/>
              <a:chExt cx="1717787" cy="1612783"/>
            </a:xfrm>
          </p:grpSpPr>
          <p:grpSp>
            <p:nvGrpSpPr>
              <p:cNvPr id="1281" name="Google Shape;1281;p70"/>
              <p:cNvGrpSpPr/>
              <p:nvPr/>
            </p:nvGrpSpPr>
            <p:grpSpPr>
              <a:xfrm>
                <a:off x="3773124" y="2210403"/>
                <a:ext cx="1717787" cy="1612783"/>
                <a:chOff x="3586961" y="1787589"/>
                <a:chExt cx="1970165" cy="1849734"/>
              </a:xfrm>
            </p:grpSpPr>
            <p:sp>
              <p:nvSpPr>
                <p:cNvPr id="1282" name="Google Shape;1282;p70"/>
                <p:cNvSpPr/>
                <p:nvPr/>
              </p:nvSpPr>
              <p:spPr>
                <a:xfrm>
                  <a:off x="3586967" y="1787589"/>
                  <a:ext cx="1022100" cy="53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0"/>
                <p:cNvSpPr/>
                <p:nvPr/>
              </p:nvSpPr>
              <p:spPr>
                <a:xfrm>
                  <a:off x="3737626" y="1896025"/>
                  <a:ext cx="18195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0"/>
                <p:cNvSpPr/>
                <p:nvPr/>
              </p:nvSpPr>
              <p:spPr>
                <a:xfrm>
                  <a:off x="3586961" y="1970860"/>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0"/>
                <p:cNvSpPr/>
                <p:nvPr/>
              </p:nvSpPr>
              <p:spPr>
                <a:xfrm>
                  <a:off x="3586961" y="2045694"/>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70"/>
                <p:cNvSpPr/>
                <p:nvPr/>
              </p:nvSpPr>
              <p:spPr>
                <a:xfrm>
                  <a:off x="3586961" y="2120529"/>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70"/>
                <p:cNvSpPr/>
                <p:nvPr/>
              </p:nvSpPr>
              <p:spPr>
                <a:xfrm>
                  <a:off x="3737551" y="2345025"/>
                  <a:ext cx="18195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70"/>
                <p:cNvSpPr/>
                <p:nvPr/>
              </p:nvSpPr>
              <p:spPr>
                <a:xfrm>
                  <a:off x="3586961" y="2419868"/>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70"/>
                <p:cNvSpPr/>
                <p:nvPr/>
              </p:nvSpPr>
              <p:spPr>
                <a:xfrm>
                  <a:off x="3586961" y="2494702"/>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0"/>
                <p:cNvSpPr/>
                <p:nvPr/>
              </p:nvSpPr>
              <p:spPr>
                <a:xfrm>
                  <a:off x="3586961" y="2569537"/>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0"/>
                <p:cNvSpPr/>
                <p:nvPr/>
              </p:nvSpPr>
              <p:spPr>
                <a:xfrm>
                  <a:off x="3586961" y="2644372"/>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0"/>
                <p:cNvSpPr/>
                <p:nvPr/>
              </p:nvSpPr>
              <p:spPr>
                <a:xfrm>
                  <a:off x="3737551" y="2868875"/>
                  <a:ext cx="18195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0"/>
                <p:cNvSpPr/>
                <p:nvPr/>
              </p:nvSpPr>
              <p:spPr>
                <a:xfrm>
                  <a:off x="3586961" y="2943710"/>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0"/>
                <p:cNvSpPr/>
                <p:nvPr/>
              </p:nvSpPr>
              <p:spPr>
                <a:xfrm>
                  <a:off x="3586961" y="3018545"/>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0"/>
                <p:cNvSpPr/>
                <p:nvPr/>
              </p:nvSpPr>
              <p:spPr>
                <a:xfrm>
                  <a:off x="3586961" y="3093380"/>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70"/>
                <p:cNvSpPr/>
                <p:nvPr/>
              </p:nvSpPr>
              <p:spPr>
                <a:xfrm>
                  <a:off x="3586961" y="3168215"/>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0"/>
                <p:cNvSpPr/>
                <p:nvPr/>
              </p:nvSpPr>
              <p:spPr>
                <a:xfrm>
                  <a:off x="3737551" y="3392725"/>
                  <a:ext cx="18195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0"/>
                <p:cNvSpPr/>
                <p:nvPr/>
              </p:nvSpPr>
              <p:spPr>
                <a:xfrm>
                  <a:off x="3586961" y="3467553"/>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70"/>
                <p:cNvSpPr/>
                <p:nvPr/>
              </p:nvSpPr>
              <p:spPr>
                <a:xfrm>
                  <a:off x="3586961" y="3542388"/>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0"/>
                <p:cNvSpPr/>
                <p:nvPr/>
              </p:nvSpPr>
              <p:spPr>
                <a:xfrm>
                  <a:off x="3586961" y="3617223"/>
                  <a:ext cx="1970100" cy="20100"/>
                </a:xfrm>
                <a:prstGeom prst="rect">
                  <a:avLst/>
                </a:prstGeom>
                <a:solidFill>
                  <a:srgbClr val="003052">
                    <a:alpha val="17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1" name="Google Shape;1301;p70"/>
              <p:cNvSpPr/>
              <p:nvPr/>
            </p:nvSpPr>
            <p:spPr>
              <a:xfrm>
                <a:off x="3773130" y="2583915"/>
                <a:ext cx="891300" cy="4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70"/>
              <p:cNvSpPr/>
              <p:nvPr/>
            </p:nvSpPr>
            <p:spPr>
              <a:xfrm>
                <a:off x="3773130" y="3047815"/>
                <a:ext cx="891300" cy="4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70"/>
              <p:cNvSpPr/>
              <p:nvPr/>
            </p:nvSpPr>
            <p:spPr>
              <a:xfrm>
                <a:off x="3773130" y="3511715"/>
                <a:ext cx="891300" cy="4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70"/>
            <p:cNvGrpSpPr/>
            <p:nvPr/>
          </p:nvGrpSpPr>
          <p:grpSpPr>
            <a:xfrm>
              <a:off x="3773124" y="1954375"/>
              <a:ext cx="1862813" cy="504881"/>
              <a:chOff x="3773124" y="1954375"/>
              <a:chExt cx="1862813" cy="504881"/>
            </a:xfrm>
          </p:grpSpPr>
          <p:grpSp>
            <p:nvGrpSpPr>
              <p:cNvPr id="1305" name="Google Shape;1305;p70"/>
              <p:cNvGrpSpPr/>
              <p:nvPr/>
            </p:nvGrpSpPr>
            <p:grpSpPr>
              <a:xfrm>
                <a:off x="3776794" y="2000965"/>
                <a:ext cx="93900" cy="399900"/>
                <a:chOff x="3776794" y="1929700"/>
                <a:chExt cx="93900" cy="399900"/>
              </a:xfrm>
            </p:grpSpPr>
            <p:sp>
              <p:nvSpPr>
                <p:cNvPr id="1306" name="Google Shape;1306;p70"/>
                <p:cNvSpPr/>
                <p:nvPr/>
              </p:nvSpPr>
              <p:spPr>
                <a:xfrm>
                  <a:off x="3776794" y="1929700"/>
                  <a:ext cx="93900" cy="939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7" name="Google Shape;1307;p70"/>
                <p:cNvSpPr/>
                <p:nvPr/>
              </p:nvSpPr>
              <p:spPr>
                <a:xfrm>
                  <a:off x="3776794" y="2082700"/>
                  <a:ext cx="93900" cy="9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8" name="Google Shape;1308;p70"/>
                <p:cNvSpPr/>
                <p:nvPr/>
              </p:nvSpPr>
              <p:spPr>
                <a:xfrm>
                  <a:off x="3776794" y="2235700"/>
                  <a:ext cx="93900" cy="93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309" name="Google Shape;1309;p70"/>
              <p:cNvSpPr txBox="1"/>
              <p:nvPr/>
            </p:nvSpPr>
            <p:spPr>
              <a:xfrm>
                <a:off x="3773124" y="1954375"/>
                <a:ext cx="1862813" cy="504881"/>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dirty="0">
                    <a:solidFill>
                      <a:schemeClr val="dk1"/>
                    </a:solidFill>
                    <a:latin typeface="Montserrat"/>
                    <a:ea typeface="Montserrat"/>
                    <a:cs typeface="Montserrat"/>
                    <a:sym typeface="Montserrat"/>
                  </a:rPr>
                  <a:t>Evaluación-CTA</a:t>
                </a:r>
                <a:endParaRPr sz="1600" b="1" dirty="0">
                  <a:solidFill>
                    <a:schemeClr val="dk1"/>
                  </a:solidFill>
                  <a:latin typeface="Montserrat"/>
                  <a:ea typeface="Montserrat"/>
                  <a:cs typeface="Montserrat"/>
                  <a:sym typeface="Montserrat"/>
                </a:endParaRPr>
              </a:p>
            </p:txBody>
          </p:sp>
        </p:grpSp>
      </p:grpSp>
      <p:cxnSp>
        <p:nvCxnSpPr>
          <p:cNvPr id="1310" name="Google Shape;1310;p70"/>
          <p:cNvCxnSpPr>
            <a:stCxn id="1311" idx="1"/>
          </p:cNvCxnSpPr>
          <p:nvPr/>
        </p:nvCxnSpPr>
        <p:spPr>
          <a:xfrm>
            <a:off x="2373729" y="1987482"/>
            <a:ext cx="1046700" cy="878700"/>
          </a:xfrm>
          <a:prstGeom prst="bentConnector3">
            <a:avLst>
              <a:gd name="adj1" fmla="val 50000"/>
            </a:avLst>
          </a:prstGeom>
          <a:noFill/>
          <a:ln w="19050" cap="flat" cmpd="sng">
            <a:solidFill>
              <a:schemeClr val="dk1"/>
            </a:solidFill>
            <a:prstDash val="solid"/>
            <a:round/>
            <a:headEnd type="none" w="med" len="med"/>
            <a:tailEnd type="oval" w="med" len="med"/>
          </a:ln>
        </p:spPr>
      </p:cxnSp>
      <p:cxnSp>
        <p:nvCxnSpPr>
          <p:cNvPr id="1316" name="Google Shape;1316;p70"/>
          <p:cNvCxnSpPr/>
          <p:nvPr/>
        </p:nvCxnSpPr>
        <p:spPr>
          <a:xfrm rot="10800000">
            <a:off x="5454177" y="3091728"/>
            <a:ext cx="1024186" cy="214876"/>
          </a:xfrm>
          <a:prstGeom prst="bentConnector3">
            <a:avLst>
              <a:gd name="adj1" fmla="val 50000"/>
            </a:avLst>
          </a:prstGeom>
          <a:noFill/>
          <a:ln w="19050" cap="flat" cmpd="sng">
            <a:solidFill>
              <a:schemeClr val="dk1"/>
            </a:solidFill>
            <a:prstDash val="solid"/>
            <a:round/>
            <a:headEnd type="none" w="med" len="med"/>
            <a:tailEnd type="oval" w="med" len="med"/>
          </a:ln>
        </p:spPr>
      </p:cxnSp>
      <p:sp>
        <p:nvSpPr>
          <p:cNvPr id="1311" name="Google Shape;1311;p70"/>
          <p:cNvSpPr txBox="1"/>
          <p:nvPr/>
        </p:nvSpPr>
        <p:spPr>
          <a:xfrm flipH="1">
            <a:off x="1417219" y="1768032"/>
            <a:ext cx="956510" cy="4389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Inicio</a:t>
            </a:r>
            <a:endParaRPr sz="2000" b="1" dirty="0">
              <a:solidFill>
                <a:schemeClr val="dk1"/>
              </a:solidFill>
              <a:latin typeface="Montserrat"/>
              <a:ea typeface="Montserrat"/>
              <a:cs typeface="Montserrat"/>
              <a:sym typeface="Montserrat"/>
            </a:endParaRPr>
          </a:p>
        </p:txBody>
      </p:sp>
      <p:sp>
        <p:nvSpPr>
          <p:cNvPr id="1319" name="Google Shape;1319;p70"/>
          <p:cNvSpPr txBox="1"/>
          <p:nvPr/>
        </p:nvSpPr>
        <p:spPr>
          <a:xfrm flipH="1">
            <a:off x="827384" y="2280864"/>
            <a:ext cx="2040001" cy="62938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dirty="0">
                <a:solidFill>
                  <a:srgbClr val="FF0000"/>
                </a:solidFill>
                <a:latin typeface="DM Sans"/>
                <a:ea typeface="DM Sans"/>
                <a:cs typeface="DM Sans"/>
                <a:sym typeface="DM Sans"/>
              </a:rPr>
              <a:t>6 de agosto de 2026</a:t>
            </a:r>
            <a:endParaRPr sz="1200" b="1" dirty="0">
              <a:solidFill>
                <a:srgbClr val="FF0000"/>
              </a:solidFill>
              <a:latin typeface="DM Sans"/>
              <a:ea typeface="DM Sans"/>
              <a:cs typeface="DM Sans"/>
              <a:sym typeface="DM Sans"/>
            </a:endParaRPr>
          </a:p>
        </p:txBody>
      </p:sp>
      <p:sp>
        <p:nvSpPr>
          <p:cNvPr id="1317" name="Google Shape;1317;p70"/>
          <p:cNvSpPr txBox="1"/>
          <p:nvPr/>
        </p:nvSpPr>
        <p:spPr>
          <a:xfrm flipH="1">
            <a:off x="6502573" y="3111492"/>
            <a:ext cx="908444" cy="4389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dirty="0">
                <a:solidFill>
                  <a:schemeClr val="dk1"/>
                </a:solidFill>
                <a:latin typeface="Montserrat"/>
                <a:ea typeface="Montserrat"/>
                <a:cs typeface="Montserrat"/>
                <a:sym typeface="Montserrat"/>
              </a:rPr>
              <a:t>Fin</a:t>
            </a:r>
            <a:endParaRPr sz="2000" b="1" dirty="0">
              <a:solidFill>
                <a:schemeClr val="dk1"/>
              </a:solidFill>
              <a:latin typeface="Montserrat"/>
              <a:ea typeface="Montserrat"/>
              <a:cs typeface="Montserrat"/>
              <a:sym typeface="Montserrat"/>
            </a:endParaRPr>
          </a:p>
        </p:txBody>
      </p:sp>
      <p:sp>
        <p:nvSpPr>
          <p:cNvPr id="1321" name="Google Shape;1321;p70"/>
          <p:cNvSpPr txBox="1"/>
          <p:nvPr/>
        </p:nvSpPr>
        <p:spPr>
          <a:xfrm flipH="1">
            <a:off x="6002947" y="4103452"/>
            <a:ext cx="2187581" cy="545150"/>
          </a:xfrm>
          <a:prstGeom prst="rect">
            <a:avLst/>
          </a:prstGeom>
          <a:noFill/>
          <a:ln>
            <a:noFill/>
          </a:ln>
        </p:spPr>
        <p:txBody>
          <a:bodyPr spcFirstLastPara="1" wrap="square" lIns="91425" tIns="91425" rIns="91425" bIns="91425" anchor="t" anchorCtr="0">
            <a:noAutofit/>
          </a:bodyPr>
          <a:lstStyle/>
          <a:p>
            <a:pPr lvl="0" algn="just">
              <a:lnSpc>
                <a:spcPct val="115000"/>
              </a:lnSpc>
            </a:pPr>
            <a:r>
              <a:rPr lang="es-MX" sz="900" dirty="0">
                <a:solidFill>
                  <a:schemeClr val="dk1"/>
                </a:solidFill>
                <a:latin typeface="DM Sans"/>
                <a:ea typeface="DM Sans"/>
                <a:cs typeface="DM Sans"/>
                <a:sym typeface="DM Sans"/>
              </a:rPr>
              <a:t>Para esta fecha se tiene que contar con todas las hojas de los dictámenes y actas firmadas por todos los evaluadores</a:t>
            </a:r>
            <a:r>
              <a:rPr lang="es-MX" sz="800" dirty="0">
                <a:solidFill>
                  <a:schemeClr val="dk1"/>
                </a:solidFill>
                <a:latin typeface="DM Sans"/>
                <a:ea typeface="DM Sans"/>
                <a:cs typeface="DM Sans"/>
                <a:sym typeface="DM Sans"/>
              </a:rPr>
              <a:t>.</a:t>
            </a:r>
          </a:p>
        </p:txBody>
      </p:sp>
      <p:sp>
        <p:nvSpPr>
          <p:cNvPr id="4" name="CuadroTexto 3"/>
          <p:cNvSpPr txBox="1"/>
          <p:nvPr/>
        </p:nvSpPr>
        <p:spPr>
          <a:xfrm>
            <a:off x="5937337" y="3488161"/>
            <a:ext cx="2038915" cy="276999"/>
          </a:xfrm>
          <a:prstGeom prst="rect">
            <a:avLst/>
          </a:prstGeom>
          <a:noFill/>
        </p:spPr>
        <p:txBody>
          <a:bodyPr wrap="square" rtlCol="0">
            <a:spAutoFit/>
          </a:bodyPr>
          <a:lstStyle/>
          <a:p>
            <a:pPr algn="ctr"/>
            <a:r>
              <a:rPr lang="es-MX" sz="1200" b="1" dirty="0">
                <a:solidFill>
                  <a:srgbClr val="FF0000"/>
                </a:solidFill>
              </a:rPr>
              <a:t>21 </a:t>
            </a:r>
            <a:r>
              <a:rPr lang="es-MX" sz="1200" b="1">
                <a:solidFill>
                  <a:srgbClr val="FF0000"/>
                </a:solidFill>
              </a:rPr>
              <a:t>de agosto </a:t>
            </a:r>
            <a:r>
              <a:rPr lang="es-MX" sz="1200" b="1" dirty="0">
                <a:solidFill>
                  <a:srgbClr val="FF0000"/>
                </a:solidFill>
              </a:rPr>
              <a:t>de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64"/>
          <p:cNvSpPr txBox="1">
            <a:spLocks noGrp="1"/>
          </p:cNvSpPr>
          <p:nvPr>
            <p:ph type="title"/>
          </p:nvPr>
        </p:nvSpPr>
        <p:spPr>
          <a:xfrm>
            <a:off x="436374" y="436160"/>
            <a:ext cx="8154173" cy="631500"/>
          </a:xfrm>
          <a:prstGeom prst="rect">
            <a:avLst/>
          </a:prstGeom>
        </p:spPr>
        <p:txBody>
          <a:bodyPr spcFirstLastPara="1" wrap="square" lIns="91425" tIns="91425" rIns="91425" bIns="91425" anchor="t" anchorCtr="0">
            <a:noAutofit/>
          </a:bodyPr>
          <a:lstStyle/>
          <a:p>
            <a:pPr lvl="0"/>
            <a:r>
              <a:rPr lang="es-MX" sz="2300" dirty="0"/>
              <a:t>Documentos  remitidos a los miembros de las </a:t>
            </a:r>
            <a:r>
              <a:rPr lang="es-MX" sz="2300" dirty="0" err="1"/>
              <a:t>CTA's</a:t>
            </a:r>
            <a:br>
              <a:rPr lang="es-MX" sz="2300" dirty="0"/>
            </a:br>
            <a:endParaRPr sz="2300" dirty="0"/>
          </a:p>
        </p:txBody>
      </p:sp>
      <p:graphicFrame>
        <p:nvGraphicFramePr>
          <p:cNvPr id="1195" name="Google Shape;1195;p64"/>
          <p:cNvGraphicFramePr/>
          <p:nvPr>
            <p:extLst>
              <p:ext uri="{D42A27DB-BD31-4B8C-83A1-F6EECF244321}">
                <p14:modId xmlns:p14="http://schemas.microsoft.com/office/powerpoint/2010/main" val="2922951135"/>
              </p:ext>
            </p:extLst>
          </p:nvPr>
        </p:nvGraphicFramePr>
        <p:xfrm>
          <a:off x="1793767" y="1156564"/>
          <a:ext cx="6148832" cy="3167456"/>
        </p:xfrm>
        <a:graphic>
          <a:graphicData uri="http://schemas.openxmlformats.org/drawingml/2006/table">
            <a:tbl>
              <a:tblPr>
                <a:noFill/>
                <a:tableStyleId>{F2792B51-E2B7-40C2-881B-F246541CEEFB}</a:tableStyleId>
              </a:tblPr>
              <a:tblGrid>
                <a:gridCol w="3053825">
                  <a:extLst>
                    <a:ext uri="{9D8B030D-6E8A-4147-A177-3AD203B41FA5}">
                      <a16:colId xmlns:a16="http://schemas.microsoft.com/office/drawing/2014/main" val="20000"/>
                    </a:ext>
                  </a:extLst>
                </a:gridCol>
                <a:gridCol w="3095007">
                  <a:extLst>
                    <a:ext uri="{9D8B030D-6E8A-4147-A177-3AD203B41FA5}">
                      <a16:colId xmlns:a16="http://schemas.microsoft.com/office/drawing/2014/main" val="20001"/>
                    </a:ext>
                  </a:extLst>
                </a:gridCol>
              </a:tblGrid>
              <a:tr h="870691">
                <a:tc>
                  <a:txBody>
                    <a:bodyPr/>
                    <a:lstStyle/>
                    <a:p>
                      <a:pPr marL="0" lvl="0" indent="0" algn="l" rtl="0">
                        <a:spcBef>
                          <a:spcPts val="0"/>
                        </a:spcBef>
                        <a:spcAft>
                          <a:spcPts val="0"/>
                        </a:spcAft>
                        <a:buNone/>
                      </a:pPr>
                      <a:r>
                        <a:rPr lang="es-MX" sz="1400" b="0" i="0" u="none" strike="noStrike" cap="none" dirty="0">
                          <a:solidFill>
                            <a:schemeClr val="dk1"/>
                          </a:solidFill>
                          <a:latin typeface="DM Sans"/>
                          <a:ea typeface="DM Sans"/>
                          <a:cs typeface="DM Sans"/>
                          <a:sym typeface="Montserrat"/>
                        </a:rPr>
                        <a:t>Instructivo de utilización del Sistema a Evaluación de Instrumentos SPI</a:t>
                      </a:r>
                    </a:p>
                  </a:txBody>
                  <a:tcPr marL="91425" marR="91425" marT="45700" marB="4570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16725">
                <a:tc>
                  <a:txBody>
                    <a:bodyPr/>
                    <a:lstStyle/>
                    <a:p>
                      <a:pPr marL="0" lvl="0" indent="0" algn="l" rtl="0">
                        <a:spcBef>
                          <a:spcPts val="0"/>
                        </a:spcBef>
                        <a:spcAft>
                          <a:spcPts val="0"/>
                        </a:spcAft>
                        <a:buNone/>
                      </a:pPr>
                      <a:r>
                        <a:rPr lang="es-MX" sz="1400" b="0" i="0" u="none" strike="noStrike" cap="none" dirty="0">
                          <a:solidFill>
                            <a:schemeClr val="dk1"/>
                          </a:solidFill>
                          <a:latin typeface="DM Sans"/>
                          <a:ea typeface="DM Sans"/>
                          <a:cs typeface="DM Sans"/>
                          <a:sym typeface="Montserrat"/>
                        </a:rPr>
                        <a:t>Criterios de Evaluación de Permanencia</a:t>
                      </a:r>
                    </a:p>
                  </a:txBody>
                  <a:tcPr marL="91425" marR="91425" marT="45700" marB="4570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97162">
                <a:tc>
                  <a:txBody>
                    <a:bodyPr/>
                    <a:lstStyle/>
                    <a:p>
                      <a:pPr marL="0" lvl="0" indent="0" algn="l" rtl="0">
                        <a:lnSpc>
                          <a:spcPct val="115000"/>
                        </a:lnSpc>
                        <a:spcBef>
                          <a:spcPts val="0"/>
                        </a:spcBef>
                        <a:spcAft>
                          <a:spcPts val="0"/>
                        </a:spcAft>
                        <a:buNone/>
                      </a:pPr>
                      <a:r>
                        <a:rPr lang="es-MX" sz="1400" b="0" i="0" u="none" strike="noStrike" cap="none" dirty="0">
                          <a:solidFill>
                            <a:schemeClr val="dk1"/>
                          </a:solidFill>
                          <a:latin typeface="DM Sans"/>
                          <a:ea typeface="DM Sans"/>
                          <a:cs typeface="DM Sans"/>
                          <a:sym typeface="Montserrat"/>
                        </a:rPr>
                        <a:t>Listado de postulantes</a:t>
                      </a:r>
                    </a:p>
                  </a:txBody>
                  <a:tcPr marL="91425" marR="91425" marT="45700" marB="4570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9963">
                <a:tc>
                  <a:txBody>
                    <a:bodyPr/>
                    <a:lstStyle/>
                    <a:p>
                      <a:pPr marL="0" marR="0" lvl="0" indent="0" algn="l" rtl="0">
                        <a:lnSpc>
                          <a:spcPct val="115000"/>
                        </a:lnSpc>
                        <a:spcBef>
                          <a:spcPts val="0"/>
                        </a:spcBef>
                        <a:spcAft>
                          <a:spcPts val="0"/>
                        </a:spcAft>
                        <a:buClr>
                          <a:srgbClr val="000000"/>
                        </a:buClr>
                        <a:buFont typeface="Arial"/>
                        <a:buNone/>
                      </a:pPr>
                      <a:r>
                        <a:rPr lang="es-MX" sz="1400" b="0" i="0" u="none" strike="noStrike" cap="none" dirty="0">
                          <a:solidFill>
                            <a:schemeClr val="dk1"/>
                          </a:solidFill>
                          <a:latin typeface="DM Sans"/>
                          <a:ea typeface="DM Sans"/>
                          <a:cs typeface="DM Sans"/>
                          <a:sym typeface="Montserrat"/>
                        </a:rPr>
                        <a:t>Guía de Bases y Condiciones</a:t>
                      </a:r>
                    </a:p>
                  </a:txBody>
                  <a:tcPr marL="91425" marR="91425" marT="45700" marB="4570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92915">
                <a:tc>
                  <a:txBody>
                    <a:bodyPr/>
                    <a:lstStyle/>
                    <a:p>
                      <a:pPr marL="0" lvl="0" indent="0" algn="l" rtl="0">
                        <a:lnSpc>
                          <a:spcPct val="115000"/>
                        </a:lnSpc>
                        <a:spcBef>
                          <a:spcPts val="0"/>
                        </a:spcBef>
                        <a:spcAft>
                          <a:spcPts val="0"/>
                        </a:spcAft>
                        <a:buNone/>
                      </a:pPr>
                      <a:r>
                        <a:rPr lang="es-MX" sz="1400" b="0" i="0" u="none" strike="noStrike" cap="none" dirty="0">
                          <a:solidFill>
                            <a:schemeClr val="dk1"/>
                          </a:solidFill>
                          <a:latin typeface="DM Sans"/>
                          <a:ea typeface="DM Sans"/>
                          <a:cs typeface="DM Sans"/>
                          <a:sym typeface="Montserrat"/>
                        </a:rPr>
                        <a:t>Anexos II y III “Declaración de conflicto de Interés”</a:t>
                      </a:r>
                    </a:p>
                  </a:txBody>
                  <a:tcPr marL="91425" marR="91425" marT="45700" marB="4570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4" name="Google Shape;1093;p49"/>
          <p:cNvGrpSpPr/>
          <p:nvPr/>
        </p:nvGrpSpPr>
        <p:grpSpPr>
          <a:xfrm>
            <a:off x="5074993" y="1255741"/>
            <a:ext cx="605442" cy="631500"/>
            <a:chOff x="5049725" y="2027900"/>
            <a:chExt cx="481750" cy="481850"/>
          </a:xfrm>
          <a:solidFill>
            <a:srgbClr val="FF0000"/>
          </a:solidFill>
        </p:grpSpPr>
        <p:sp>
          <p:nvSpPr>
            <p:cNvPr id="5" name="Google Shape;1094;p49"/>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1095;p49"/>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1096;p49"/>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1097;p49"/>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 name="Google Shape;1098;p49"/>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 name="Google Shape;1099;p49"/>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 name="Google Shape;1100;p49"/>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 name="Google Shape;1101;p49"/>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 name="Google Shape;1102;p49"/>
          <p:cNvGrpSpPr/>
          <p:nvPr/>
        </p:nvGrpSpPr>
        <p:grpSpPr>
          <a:xfrm>
            <a:off x="5085007" y="2100691"/>
            <a:ext cx="592451" cy="473013"/>
            <a:chOff x="3271200" y="3863875"/>
            <a:chExt cx="481825" cy="366950"/>
          </a:xfrm>
          <a:solidFill>
            <a:schemeClr val="bg2"/>
          </a:solidFill>
        </p:grpSpPr>
        <p:sp>
          <p:nvSpPr>
            <p:cNvPr id="14" name="Google Shape;1103;p49"/>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 name="Google Shape;1104;p49"/>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6" name="Google Shape;7554;p89"/>
          <p:cNvGrpSpPr/>
          <p:nvPr/>
        </p:nvGrpSpPr>
        <p:grpSpPr>
          <a:xfrm>
            <a:off x="5110433" y="3190540"/>
            <a:ext cx="464364" cy="408819"/>
            <a:chOff x="-35814600" y="3202075"/>
            <a:chExt cx="242625" cy="291450"/>
          </a:xfrm>
          <a:solidFill>
            <a:schemeClr val="accent1"/>
          </a:solidFill>
        </p:grpSpPr>
        <p:sp>
          <p:nvSpPr>
            <p:cNvPr id="17" name="Google Shape;7555;p89"/>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Google Shape;7556;p89"/>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Google Shape;7557;p89"/>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Google Shape;7558;p89"/>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Google Shape;7559;p89"/>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Google Shape;7560;p89"/>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Google Shape;7561;p89"/>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4" name="Google Shape;1111;p49"/>
          <p:cNvGrpSpPr/>
          <p:nvPr/>
        </p:nvGrpSpPr>
        <p:grpSpPr>
          <a:xfrm>
            <a:off x="5116949" y="2668291"/>
            <a:ext cx="453787" cy="449859"/>
            <a:chOff x="2037825" y="3254050"/>
            <a:chExt cx="296175" cy="296175"/>
          </a:xfrm>
        </p:grpSpPr>
        <p:sp>
          <p:nvSpPr>
            <p:cNvPr id="25" name="Google Shape;1112;p49"/>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13;p49"/>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14;p49"/>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15;p49"/>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16;p49"/>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17;p49"/>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105;p49"/>
          <p:cNvGrpSpPr/>
          <p:nvPr/>
        </p:nvGrpSpPr>
        <p:grpSpPr>
          <a:xfrm>
            <a:off x="5113915" y="3695971"/>
            <a:ext cx="522965" cy="540431"/>
            <a:chOff x="580725" y="3617925"/>
            <a:chExt cx="299325" cy="297375"/>
          </a:xfrm>
          <a:solidFill>
            <a:schemeClr val="accent3">
              <a:lumMod val="60000"/>
              <a:lumOff val="40000"/>
            </a:schemeClr>
          </a:solidFill>
        </p:grpSpPr>
        <p:sp>
          <p:nvSpPr>
            <p:cNvPr id="32" name="Google Shape;1106;p49"/>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07;p49"/>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08;p49"/>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09;p49"/>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10;p49"/>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54"/>
          <p:cNvSpPr txBox="1">
            <a:spLocks noGrp="1"/>
          </p:cNvSpPr>
          <p:nvPr>
            <p:ph type="title"/>
          </p:nvPr>
        </p:nvSpPr>
        <p:spPr>
          <a:xfrm>
            <a:off x="4644188" y="1157635"/>
            <a:ext cx="3946359" cy="2343554"/>
          </a:xfrm>
          <a:prstGeom prst="rect">
            <a:avLst/>
          </a:prstGeom>
        </p:spPr>
        <p:txBody>
          <a:bodyPr spcFirstLastPara="1" wrap="square" lIns="137150" tIns="91425" rIns="137150" bIns="91425" anchor="t" anchorCtr="0">
            <a:noAutofit/>
          </a:bodyPr>
          <a:lstStyle/>
          <a:p>
            <a:pPr lvl="0" algn="ctr">
              <a:lnSpc>
                <a:spcPct val="100000"/>
              </a:lnSpc>
              <a:buSzPts val="1100"/>
            </a:pPr>
            <a:r>
              <a:rPr lang="es-MX" sz="2400" dirty="0"/>
              <a:t>Abordaje de los “Criterios de Evaluación de Permanencia”  con los miembros de la CCH</a:t>
            </a:r>
          </a:p>
        </p:txBody>
      </p:sp>
      <p:grpSp>
        <p:nvGrpSpPr>
          <p:cNvPr id="955" name="Google Shape;955;p54"/>
          <p:cNvGrpSpPr/>
          <p:nvPr/>
        </p:nvGrpSpPr>
        <p:grpSpPr>
          <a:xfrm>
            <a:off x="353594" y="270526"/>
            <a:ext cx="831457" cy="1380404"/>
            <a:chOff x="5009100" y="3247775"/>
            <a:chExt cx="1223450" cy="2031200"/>
          </a:xfrm>
        </p:grpSpPr>
        <p:sp>
          <p:nvSpPr>
            <p:cNvPr id="956" name="Google Shape;956;p54"/>
            <p:cNvSpPr/>
            <p:nvPr/>
          </p:nvSpPr>
          <p:spPr>
            <a:xfrm>
              <a:off x="5216550" y="3247775"/>
              <a:ext cx="1016000" cy="2031200"/>
            </a:xfrm>
            <a:custGeom>
              <a:avLst/>
              <a:gdLst/>
              <a:ahLst/>
              <a:cxnLst/>
              <a:rect l="l" t="t" r="r" b="b"/>
              <a:pathLst>
                <a:path w="40640" h="81248" extrusionOk="0">
                  <a:moveTo>
                    <a:pt x="0" y="0"/>
                  </a:moveTo>
                  <a:lnTo>
                    <a:pt x="0" y="81247"/>
                  </a:lnTo>
                  <a:cubicBezTo>
                    <a:pt x="22432" y="81247"/>
                    <a:pt x="40639" y="63071"/>
                    <a:pt x="40639" y="40639"/>
                  </a:cubicBezTo>
                  <a:cubicBezTo>
                    <a:pt x="40639" y="18177"/>
                    <a:pt x="22432"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4"/>
            <p:cNvSpPr/>
            <p:nvPr/>
          </p:nvSpPr>
          <p:spPr>
            <a:xfrm>
              <a:off x="5009100" y="3247775"/>
              <a:ext cx="1016750" cy="2031200"/>
            </a:xfrm>
            <a:custGeom>
              <a:avLst/>
              <a:gdLst/>
              <a:ahLst/>
              <a:cxnLst/>
              <a:rect l="l" t="t" r="r" b="b"/>
              <a:pathLst>
                <a:path w="40670" h="81248" fill="none" extrusionOk="0">
                  <a:moveTo>
                    <a:pt x="40670" y="40639"/>
                  </a:moveTo>
                  <a:cubicBezTo>
                    <a:pt x="40670" y="18177"/>
                    <a:pt x="22463" y="0"/>
                    <a:pt x="0" y="0"/>
                  </a:cubicBezTo>
                  <a:lnTo>
                    <a:pt x="0" y="81247"/>
                  </a:lnTo>
                  <a:cubicBezTo>
                    <a:pt x="22463" y="81247"/>
                    <a:pt x="40670" y="63071"/>
                    <a:pt x="40670" y="40639"/>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 name="Google Shape;958;p54"/>
          <p:cNvGrpSpPr/>
          <p:nvPr/>
        </p:nvGrpSpPr>
        <p:grpSpPr>
          <a:xfrm>
            <a:off x="342911" y="3593425"/>
            <a:ext cx="938475" cy="221925"/>
            <a:chOff x="1502200" y="2534225"/>
            <a:chExt cx="938475" cy="221925"/>
          </a:xfrm>
        </p:grpSpPr>
        <p:sp>
          <p:nvSpPr>
            <p:cNvPr id="959" name="Google Shape;959;p54"/>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4"/>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4"/>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54"/>
          <p:cNvGrpSpPr/>
          <p:nvPr/>
        </p:nvGrpSpPr>
        <p:grpSpPr>
          <a:xfrm>
            <a:off x="2674636" y="270526"/>
            <a:ext cx="420225" cy="409303"/>
            <a:chOff x="6318400" y="3461300"/>
            <a:chExt cx="379950" cy="370075"/>
          </a:xfrm>
        </p:grpSpPr>
        <p:sp>
          <p:nvSpPr>
            <p:cNvPr id="963" name="Google Shape;963;p54"/>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4"/>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4"/>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4"/>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4"/>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4"/>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4"/>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4"/>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4"/>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Imagen 9">
            <a:extLst>
              <a:ext uri="{FF2B5EF4-FFF2-40B4-BE49-F238E27FC236}">
                <a16:creationId xmlns:a16="http://schemas.microsoft.com/office/drawing/2014/main" id="{0D87A9F7-D755-7CA4-00F2-689DE12EACAB}"/>
              </a:ext>
            </a:extLst>
          </p:cNvPr>
          <p:cNvPicPr>
            <a:picLocks noChangeAspect="1"/>
          </p:cNvPicPr>
          <p:nvPr/>
        </p:nvPicPr>
        <p:blipFill>
          <a:blip r:embed="rId3"/>
          <a:stretch>
            <a:fillRect/>
          </a:stretch>
        </p:blipFill>
        <p:spPr>
          <a:xfrm>
            <a:off x="1502144" y="907778"/>
            <a:ext cx="2626511" cy="35018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50"/>
          <p:cNvSpPr txBox="1">
            <a:spLocks noGrp="1"/>
          </p:cNvSpPr>
          <p:nvPr>
            <p:ph type="title"/>
          </p:nvPr>
        </p:nvSpPr>
        <p:spPr>
          <a:xfrm>
            <a:off x="1007001" y="303292"/>
            <a:ext cx="7202575" cy="631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400" dirty="0"/>
              <a:t>Documentos a ser generados por cada CTA</a:t>
            </a:r>
            <a:endParaRPr sz="2400" dirty="0"/>
          </a:p>
        </p:txBody>
      </p:sp>
      <p:sp>
        <p:nvSpPr>
          <p:cNvPr id="883" name="Google Shape;883;p50"/>
          <p:cNvSpPr txBox="1">
            <a:spLocks noGrp="1"/>
          </p:cNvSpPr>
          <p:nvPr>
            <p:ph type="title" idx="2"/>
          </p:nvPr>
        </p:nvSpPr>
        <p:spPr>
          <a:xfrm>
            <a:off x="800933" y="2838414"/>
            <a:ext cx="2591387"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4- Hojas de dictámenes</a:t>
            </a:r>
            <a:endParaRPr sz="1400" dirty="0"/>
          </a:p>
        </p:txBody>
      </p:sp>
      <p:sp>
        <p:nvSpPr>
          <p:cNvPr id="884" name="Google Shape;884;p50"/>
          <p:cNvSpPr txBox="1">
            <a:spLocks noGrp="1"/>
          </p:cNvSpPr>
          <p:nvPr>
            <p:ph type="subTitle" idx="1"/>
          </p:nvPr>
        </p:nvSpPr>
        <p:spPr>
          <a:xfrm>
            <a:off x="899891" y="3277314"/>
            <a:ext cx="2337218" cy="44662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800" dirty="0"/>
              <a:t>Generadas por el equipo técnico a través del SPI, conforme el dictámen elaborado por los miembros de la CTA.</a:t>
            </a:r>
            <a:endParaRPr sz="800" dirty="0"/>
          </a:p>
        </p:txBody>
      </p:sp>
      <p:sp>
        <p:nvSpPr>
          <p:cNvPr id="885" name="Google Shape;885;p50"/>
          <p:cNvSpPr txBox="1">
            <a:spLocks noGrp="1"/>
          </p:cNvSpPr>
          <p:nvPr>
            <p:ph type="title" idx="3"/>
          </p:nvPr>
        </p:nvSpPr>
        <p:spPr>
          <a:xfrm>
            <a:off x="3392321" y="1627352"/>
            <a:ext cx="2185819"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t>2- Acta de Apertura</a:t>
            </a:r>
            <a:endParaRPr sz="1500" dirty="0"/>
          </a:p>
        </p:txBody>
      </p:sp>
      <p:sp>
        <p:nvSpPr>
          <p:cNvPr id="886" name="Google Shape;886;p50"/>
          <p:cNvSpPr txBox="1">
            <a:spLocks noGrp="1"/>
          </p:cNvSpPr>
          <p:nvPr>
            <p:ph type="subTitle" idx="4"/>
          </p:nvPr>
        </p:nvSpPr>
        <p:spPr>
          <a:xfrm>
            <a:off x="3429859" y="1940176"/>
            <a:ext cx="2235901" cy="35587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MX" sz="800" dirty="0"/>
              <a:t>Elaborada y remitida vía correo electrónico por el equipo técnico. Favor remitir dentro de</a:t>
            </a:r>
            <a:r>
              <a:rPr lang="en" sz="800" dirty="0"/>
              <a:t> los 5 días posteriores</a:t>
            </a:r>
            <a:endParaRPr sz="800" dirty="0"/>
          </a:p>
        </p:txBody>
      </p:sp>
      <p:sp>
        <p:nvSpPr>
          <p:cNvPr id="887" name="Google Shape;887;p50"/>
          <p:cNvSpPr txBox="1">
            <a:spLocks noGrp="1"/>
          </p:cNvSpPr>
          <p:nvPr>
            <p:ph type="title" idx="5"/>
          </p:nvPr>
        </p:nvSpPr>
        <p:spPr>
          <a:xfrm>
            <a:off x="729835" y="1628750"/>
            <a:ext cx="207060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t>1- Anexos II y III </a:t>
            </a:r>
            <a:r>
              <a:rPr lang="en" dirty="0"/>
              <a:t> </a:t>
            </a:r>
            <a:endParaRPr dirty="0"/>
          </a:p>
        </p:txBody>
      </p:sp>
      <p:sp>
        <p:nvSpPr>
          <p:cNvPr id="888" name="Google Shape;888;p50"/>
          <p:cNvSpPr txBox="1">
            <a:spLocks noGrp="1"/>
          </p:cNvSpPr>
          <p:nvPr>
            <p:ph type="subTitle" idx="6"/>
          </p:nvPr>
        </p:nvSpPr>
        <p:spPr>
          <a:xfrm>
            <a:off x="899891" y="1952894"/>
            <a:ext cx="1849983" cy="31445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800" dirty="0">
                <a:solidFill>
                  <a:schemeClr val="tx1"/>
                </a:solidFill>
              </a:rPr>
              <a:t>Al inicio del </a:t>
            </a:r>
            <a:r>
              <a:rPr lang="en" sz="800" dirty="0"/>
              <a:t>proceso de evaluación</a:t>
            </a:r>
            <a:endParaRPr sz="800" dirty="0"/>
          </a:p>
        </p:txBody>
      </p:sp>
      <p:sp>
        <p:nvSpPr>
          <p:cNvPr id="889" name="Google Shape;889;p50"/>
          <p:cNvSpPr txBox="1">
            <a:spLocks noGrp="1"/>
          </p:cNvSpPr>
          <p:nvPr>
            <p:ph type="title" idx="7"/>
          </p:nvPr>
        </p:nvSpPr>
        <p:spPr>
          <a:xfrm>
            <a:off x="3237109" y="2833511"/>
            <a:ext cx="2341031"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t>5- Acta de Cierre</a:t>
            </a:r>
            <a:endParaRPr sz="1500" dirty="0"/>
          </a:p>
        </p:txBody>
      </p:sp>
      <p:sp>
        <p:nvSpPr>
          <p:cNvPr id="890" name="Google Shape;890;p50"/>
          <p:cNvSpPr txBox="1">
            <a:spLocks noGrp="1"/>
          </p:cNvSpPr>
          <p:nvPr>
            <p:ph type="subTitle" idx="8"/>
          </p:nvPr>
        </p:nvSpPr>
        <p:spPr>
          <a:xfrm>
            <a:off x="3429859" y="3244716"/>
            <a:ext cx="2144468" cy="50691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800" dirty="0"/>
              <a:t>Propuesta elaborada por el equipo técnico y aprobada por todos los miembros de cada CTA.</a:t>
            </a:r>
            <a:endParaRPr sz="800" dirty="0"/>
          </a:p>
        </p:txBody>
      </p:sp>
      <p:sp>
        <p:nvSpPr>
          <p:cNvPr id="891" name="Google Shape;891;p50"/>
          <p:cNvSpPr txBox="1">
            <a:spLocks noGrp="1"/>
          </p:cNvSpPr>
          <p:nvPr>
            <p:ph type="subTitle" idx="13"/>
          </p:nvPr>
        </p:nvSpPr>
        <p:spPr>
          <a:xfrm>
            <a:off x="6009526" y="1960163"/>
            <a:ext cx="2668102" cy="52940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800" dirty="0"/>
              <a:t>La planilla excell “</a:t>
            </a:r>
            <a:r>
              <a:rPr lang="en" sz="800" b="1" dirty="0"/>
              <a:t>Listado de postulantes</a:t>
            </a:r>
            <a:r>
              <a:rPr lang="en" sz="800" dirty="0"/>
              <a:t>” debe indicar el resultado de evaluación emitido por la CTA y su correspondiente categoría/grupo. </a:t>
            </a:r>
            <a:endParaRPr sz="800" dirty="0"/>
          </a:p>
        </p:txBody>
      </p:sp>
      <p:sp>
        <p:nvSpPr>
          <p:cNvPr id="893" name="Google Shape;893;p50"/>
          <p:cNvSpPr txBox="1">
            <a:spLocks noGrp="1"/>
          </p:cNvSpPr>
          <p:nvPr>
            <p:ph type="subTitle" idx="15"/>
          </p:nvPr>
        </p:nvSpPr>
        <p:spPr>
          <a:xfrm>
            <a:off x="6003691" y="3272411"/>
            <a:ext cx="2673937" cy="45152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800" dirty="0"/>
              <a:t>Cada CTA, debe elaborar y remitir al equipo técnico, un informe que haga mención al proceso de evaluación.</a:t>
            </a:r>
            <a:endParaRPr sz="800" dirty="0"/>
          </a:p>
        </p:txBody>
      </p:sp>
      <p:sp>
        <p:nvSpPr>
          <p:cNvPr id="894" name="Google Shape;894;p50"/>
          <p:cNvSpPr txBox="1">
            <a:spLocks noGrp="1"/>
          </p:cNvSpPr>
          <p:nvPr>
            <p:ph type="title" idx="9"/>
          </p:nvPr>
        </p:nvSpPr>
        <p:spPr>
          <a:xfrm>
            <a:off x="6003692" y="1670080"/>
            <a:ext cx="2679770" cy="43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t>3-Planilla con resultados</a:t>
            </a:r>
            <a:endParaRPr sz="1500" dirty="0"/>
          </a:p>
        </p:txBody>
      </p:sp>
      <p:sp>
        <p:nvSpPr>
          <p:cNvPr id="2" name="CuadroTexto 1"/>
          <p:cNvSpPr txBox="1"/>
          <p:nvPr/>
        </p:nvSpPr>
        <p:spPr>
          <a:xfrm>
            <a:off x="287001" y="874353"/>
            <a:ext cx="8396461" cy="307777"/>
          </a:xfrm>
          <a:prstGeom prst="rect">
            <a:avLst/>
          </a:prstGeom>
          <a:noFill/>
        </p:spPr>
        <p:txBody>
          <a:bodyPr wrap="square" rtlCol="0">
            <a:spAutoFit/>
          </a:bodyPr>
          <a:lstStyle/>
          <a:p>
            <a:r>
              <a:rPr lang="es-MX" dirty="0"/>
              <a:t>Cada CTA deberá entregar los siguientes documentos firmados para finalizar el trabajo de evaluación:</a:t>
            </a:r>
          </a:p>
        </p:txBody>
      </p:sp>
      <p:sp>
        <p:nvSpPr>
          <p:cNvPr id="3" name="CuadroTexto 2"/>
          <p:cNvSpPr txBox="1"/>
          <p:nvPr/>
        </p:nvSpPr>
        <p:spPr>
          <a:xfrm>
            <a:off x="6007504" y="2779653"/>
            <a:ext cx="2673936" cy="738664"/>
          </a:xfrm>
          <a:prstGeom prst="rect">
            <a:avLst/>
          </a:prstGeom>
          <a:noFill/>
        </p:spPr>
        <p:txBody>
          <a:bodyPr wrap="square" rtlCol="0">
            <a:spAutoFit/>
          </a:bodyPr>
          <a:lstStyle/>
          <a:p>
            <a:pPr lvl="0" algn="just"/>
            <a:r>
              <a:rPr lang="es-MX" b="1" dirty="0">
                <a:solidFill>
                  <a:schemeClr val="dk1"/>
                </a:solidFill>
                <a:latin typeface="Montserrat"/>
                <a:ea typeface="Montserrat"/>
                <a:cs typeface="Montserrat"/>
                <a:sym typeface="Montserrat"/>
              </a:rPr>
              <a:t>6-Informe proceso de evaluación</a:t>
            </a:r>
          </a:p>
          <a:p>
            <a:endParaRPr lang="es-MX"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75"/>
          <p:cNvSpPr txBox="1">
            <a:spLocks noGrp="1"/>
          </p:cNvSpPr>
          <p:nvPr>
            <p:ph type="title"/>
          </p:nvPr>
        </p:nvSpPr>
        <p:spPr>
          <a:xfrm>
            <a:off x="720000" y="496318"/>
            <a:ext cx="7704000" cy="631500"/>
          </a:xfrm>
          <a:prstGeom prst="rect">
            <a:avLst/>
          </a:prstGeom>
        </p:spPr>
        <p:txBody>
          <a:bodyPr spcFirstLastPara="1" wrap="square" lIns="91425" tIns="91425" rIns="91425" bIns="91425" anchor="t" anchorCtr="0">
            <a:noAutofit/>
          </a:bodyPr>
          <a:lstStyle/>
          <a:p>
            <a:pPr lvl="0"/>
            <a:r>
              <a:rPr lang="es-MX" dirty="0"/>
              <a:t>Consultas</a:t>
            </a:r>
            <a:endParaRPr dirty="0"/>
          </a:p>
        </p:txBody>
      </p:sp>
      <p:sp>
        <p:nvSpPr>
          <p:cNvPr id="1444" name="Google Shape;1444;p75"/>
          <p:cNvSpPr txBox="1">
            <a:spLocks noGrp="1"/>
          </p:cNvSpPr>
          <p:nvPr>
            <p:ph type="body" idx="1"/>
          </p:nvPr>
        </p:nvSpPr>
        <p:spPr>
          <a:xfrm>
            <a:off x="120316" y="1878032"/>
            <a:ext cx="4451684" cy="540315"/>
          </a:xfrm>
          <a:prstGeom prst="rect">
            <a:avLst/>
          </a:prstGeom>
        </p:spPr>
        <p:txBody>
          <a:bodyPr spcFirstLastPara="1" wrap="square" lIns="91425" tIns="91425" rIns="91425" bIns="91425" anchor="t" anchorCtr="0">
            <a:noAutofit/>
          </a:bodyPr>
          <a:lstStyle/>
          <a:p>
            <a:pPr lvl="0" indent="-323850">
              <a:spcBef>
                <a:spcPts val="800"/>
              </a:spcBef>
              <a:buSzPts val="1500"/>
            </a:pPr>
            <a:r>
              <a:rPr lang="es-MX" dirty="0"/>
              <a:t>Al correo electrónico: </a:t>
            </a:r>
            <a:r>
              <a:rPr lang="es-MX" b="1" dirty="0">
                <a:solidFill>
                  <a:schemeClr val="accent3"/>
                </a:solidFill>
              </a:rPr>
              <a:t>sisni@conacyt.gov.py</a:t>
            </a:r>
            <a:r>
              <a:rPr lang="es-MX" dirty="0"/>
              <a:t> </a:t>
            </a:r>
          </a:p>
        </p:txBody>
      </p:sp>
      <p:sp>
        <p:nvSpPr>
          <p:cNvPr id="1445" name="Google Shape;1445;p75"/>
          <p:cNvSpPr txBox="1">
            <a:spLocks noGrp="1"/>
          </p:cNvSpPr>
          <p:nvPr>
            <p:ph type="body" idx="2"/>
          </p:nvPr>
        </p:nvSpPr>
        <p:spPr>
          <a:xfrm>
            <a:off x="4572000" y="1878032"/>
            <a:ext cx="4367463" cy="780947"/>
          </a:xfrm>
          <a:prstGeom prst="rect">
            <a:avLst/>
          </a:prstGeom>
        </p:spPr>
        <p:txBody>
          <a:bodyPr spcFirstLastPara="1" wrap="square" lIns="91425" tIns="91425" rIns="91425" bIns="91425" anchor="t" anchorCtr="0">
            <a:noAutofit/>
          </a:bodyPr>
          <a:lstStyle/>
          <a:p>
            <a:pPr lvl="0"/>
            <a:r>
              <a:rPr lang="es-MX" u="none" dirty="0"/>
              <a:t>Horario de atención: Lunes a viernes de 08:00 a 16:00</a:t>
            </a:r>
          </a:p>
        </p:txBody>
      </p:sp>
      <p:pic>
        <p:nvPicPr>
          <p:cNvPr id="2" name="Imagen 1"/>
          <p:cNvPicPr>
            <a:picLocks noChangeAspect="1"/>
          </p:cNvPicPr>
          <p:nvPr/>
        </p:nvPicPr>
        <p:blipFill>
          <a:blip r:embed="rId3"/>
          <a:stretch>
            <a:fillRect/>
          </a:stretch>
        </p:blipFill>
        <p:spPr>
          <a:xfrm>
            <a:off x="7068410" y="3103689"/>
            <a:ext cx="920558" cy="920558"/>
          </a:xfrm>
          <a:prstGeom prst="rect">
            <a:avLst/>
          </a:prstGeom>
        </p:spPr>
      </p:pic>
      <p:pic>
        <p:nvPicPr>
          <p:cNvPr id="3" name="Imagen 2"/>
          <p:cNvPicPr>
            <a:picLocks noChangeAspect="1"/>
          </p:cNvPicPr>
          <p:nvPr/>
        </p:nvPicPr>
        <p:blipFill>
          <a:blip r:embed="rId4"/>
          <a:stretch>
            <a:fillRect/>
          </a:stretch>
        </p:blipFill>
        <p:spPr>
          <a:xfrm>
            <a:off x="4981922" y="3597442"/>
            <a:ext cx="809714" cy="1223567"/>
          </a:xfrm>
          <a:prstGeom prst="rect">
            <a:avLst/>
          </a:prstGeom>
        </p:spPr>
      </p:pic>
      <p:pic>
        <p:nvPicPr>
          <p:cNvPr id="4" name="Imagen 3"/>
          <p:cNvPicPr>
            <a:picLocks noChangeAspect="1"/>
          </p:cNvPicPr>
          <p:nvPr/>
        </p:nvPicPr>
        <p:blipFill>
          <a:blip r:embed="rId5"/>
          <a:stretch>
            <a:fillRect/>
          </a:stretch>
        </p:blipFill>
        <p:spPr>
          <a:xfrm>
            <a:off x="2308451" y="3049548"/>
            <a:ext cx="1049566" cy="1049566"/>
          </a:xfrm>
          <a:prstGeom prst="rect">
            <a:avLst/>
          </a:prstGeom>
        </p:spPr>
      </p:pic>
      <p:pic>
        <p:nvPicPr>
          <p:cNvPr id="5" name="Imagen 4"/>
          <p:cNvPicPr>
            <a:picLocks noChangeAspect="1"/>
          </p:cNvPicPr>
          <p:nvPr/>
        </p:nvPicPr>
        <p:blipFill>
          <a:blip r:embed="rId6"/>
          <a:stretch>
            <a:fillRect/>
          </a:stretch>
        </p:blipFill>
        <p:spPr>
          <a:xfrm>
            <a:off x="6458111" y="395241"/>
            <a:ext cx="1088655" cy="1088655"/>
          </a:xfrm>
          <a:prstGeom prst="rect">
            <a:avLst/>
          </a:prstGeom>
        </p:spPr>
      </p:pic>
      <p:pic>
        <p:nvPicPr>
          <p:cNvPr id="6" name="Imagen 5"/>
          <p:cNvPicPr>
            <a:picLocks noChangeAspect="1"/>
          </p:cNvPicPr>
          <p:nvPr/>
        </p:nvPicPr>
        <p:blipFill>
          <a:blip r:embed="rId7"/>
          <a:stretch>
            <a:fillRect/>
          </a:stretch>
        </p:blipFill>
        <p:spPr>
          <a:xfrm>
            <a:off x="1290331" y="225565"/>
            <a:ext cx="1018120" cy="1018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grpSp>
        <p:nvGrpSpPr>
          <p:cNvPr id="6" name="Google Shape;1356;p73"/>
          <p:cNvGrpSpPr/>
          <p:nvPr/>
        </p:nvGrpSpPr>
        <p:grpSpPr>
          <a:xfrm>
            <a:off x="304269" y="369975"/>
            <a:ext cx="1389917" cy="3445375"/>
            <a:chOff x="304269" y="369975"/>
            <a:chExt cx="1389917" cy="3445375"/>
          </a:xfrm>
        </p:grpSpPr>
        <p:grpSp>
          <p:nvGrpSpPr>
            <p:cNvPr id="7" name="Google Shape;1357;p73"/>
            <p:cNvGrpSpPr/>
            <p:nvPr/>
          </p:nvGrpSpPr>
          <p:grpSpPr>
            <a:xfrm>
              <a:off x="304269" y="574626"/>
              <a:ext cx="831457" cy="1380404"/>
              <a:chOff x="5009100" y="3247775"/>
              <a:chExt cx="1223450" cy="2031200"/>
            </a:xfrm>
          </p:grpSpPr>
          <p:sp>
            <p:nvSpPr>
              <p:cNvPr id="22" name="Google Shape;1358;p73"/>
              <p:cNvSpPr/>
              <p:nvPr/>
            </p:nvSpPr>
            <p:spPr>
              <a:xfrm>
                <a:off x="5216550" y="3247775"/>
                <a:ext cx="1016000" cy="2031200"/>
              </a:xfrm>
              <a:custGeom>
                <a:avLst/>
                <a:gdLst/>
                <a:ahLst/>
                <a:cxnLst/>
                <a:rect l="l" t="t" r="r" b="b"/>
                <a:pathLst>
                  <a:path w="40640" h="81248" extrusionOk="0">
                    <a:moveTo>
                      <a:pt x="0" y="0"/>
                    </a:moveTo>
                    <a:lnTo>
                      <a:pt x="0" y="81247"/>
                    </a:lnTo>
                    <a:cubicBezTo>
                      <a:pt x="22432" y="81247"/>
                      <a:pt x="40639" y="63071"/>
                      <a:pt x="40639" y="40639"/>
                    </a:cubicBezTo>
                    <a:cubicBezTo>
                      <a:pt x="40639" y="18177"/>
                      <a:pt x="22432"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59;p73"/>
              <p:cNvSpPr/>
              <p:nvPr/>
            </p:nvSpPr>
            <p:spPr>
              <a:xfrm>
                <a:off x="5009100" y="3247775"/>
                <a:ext cx="1016750" cy="2031200"/>
              </a:xfrm>
              <a:custGeom>
                <a:avLst/>
                <a:gdLst/>
                <a:ahLst/>
                <a:cxnLst/>
                <a:rect l="l" t="t" r="r" b="b"/>
                <a:pathLst>
                  <a:path w="40670" h="81248" fill="none" extrusionOk="0">
                    <a:moveTo>
                      <a:pt x="40670" y="40639"/>
                    </a:moveTo>
                    <a:cubicBezTo>
                      <a:pt x="40670" y="18177"/>
                      <a:pt x="22463" y="0"/>
                      <a:pt x="0" y="0"/>
                    </a:cubicBezTo>
                    <a:lnTo>
                      <a:pt x="0" y="81247"/>
                    </a:lnTo>
                    <a:cubicBezTo>
                      <a:pt x="22463" y="81247"/>
                      <a:pt x="40670" y="63071"/>
                      <a:pt x="40670" y="40639"/>
                    </a:cubicBezTo>
                    <a:close/>
                  </a:path>
                </a:pathLst>
              </a:custGeom>
              <a:noFill/>
              <a:ln w="190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1360;p73"/>
            <p:cNvGrpSpPr/>
            <p:nvPr/>
          </p:nvGrpSpPr>
          <p:grpSpPr>
            <a:xfrm>
              <a:off x="527425" y="3593425"/>
              <a:ext cx="938475" cy="221925"/>
              <a:chOff x="1502200" y="2534225"/>
              <a:chExt cx="938475" cy="221925"/>
            </a:xfrm>
          </p:grpSpPr>
          <p:sp>
            <p:nvSpPr>
              <p:cNvPr id="19" name="Google Shape;1361;p73"/>
              <p:cNvSpPr/>
              <p:nvPr/>
            </p:nvSpPr>
            <p:spPr>
              <a:xfrm>
                <a:off x="1502200" y="2534225"/>
                <a:ext cx="938475" cy="36500"/>
              </a:xfrm>
              <a:custGeom>
                <a:avLst/>
                <a:gdLst/>
                <a:ahLst/>
                <a:cxnLst/>
                <a:rect l="l" t="t" r="r" b="b"/>
                <a:pathLst>
                  <a:path w="37539" h="1460" extrusionOk="0">
                    <a:moveTo>
                      <a:pt x="0" y="1"/>
                    </a:moveTo>
                    <a:lnTo>
                      <a:pt x="0" y="1460"/>
                    </a:lnTo>
                    <a:lnTo>
                      <a:pt x="37539" y="146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62;p73"/>
              <p:cNvSpPr/>
              <p:nvPr/>
            </p:nvSpPr>
            <p:spPr>
              <a:xfrm>
                <a:off x="1502200" y="2626175"/>
                <a:ext cx="938475" cy="37250"/>
              </a:xfrm>
              <a:custGeom>
                <a:avLst/>
                <a:gdLst/>
                <a:ahLst/>
                <a:cxnLst/>
                <a:rect l="l" t="t" r="r" b="b"/>
                <a:pathLst>
                  <a:path w="37539" h="1490" extrusionOk="0">
                    <a:moveTo>
                      <a:pt x="0" y="0"/>
                    </a:moveTo>
                    <a:lnTo>
                      <a:pt x="0" y="1490"/>
                    </a:lnTo>
                    <a:lnTo>
                      <a:pt x="37539" y="1490"/>
                    </a:lnTo>
                    <a:lnTo>
                      <a:pt x="3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63;p73"/>
              <p:cNvSpPr/>
              <p:nvPr/>
            </p:nvSpPr>
            <p:spPr>
              <a:xfrm>
                <a:off x="1502200" y="2718875"/>
                <a:ext cx="938475" cy="37275"/>
              </a:xfrm>
              <a:custGeom>
                <a:avLst/>
                <a:gdLst/>
                <a:ahLst/>
                <a:cxnLst/>
                <a:rect l="l" t="t" r="r" b="b"/>
                <a:pathLst>
                  <a:path w="37539" h="1491" extrusionOk="0">
                    <a:moveTo>
                      <a:pt x="0" y="1"/>
                    </a:moveTo>
                    <a:lnTo>
                      <a:pt x="0" y="1490"/>
                    </a:lnTo>
                    <a:lnTo>
                      <a:pt x="37539" y="1490"/>
                    </a:lnTo>
                    <a:lnTo>
                      <a:pt x="37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364;p73"/>
            <p:cNvGrpSpPr/>
            <p:nvPr/>
          </p:nvGrpSpPr>
          <p:grpSpPr>
            <a:xfrm>
              <a:off x="1273961" y="369975"/>
              <a:ext cx="420225" cy="409303"/>
              <a:chOff x="6318400" y="3461300"/>
              <a:chExt cx="379950" cy="370075"/>
            </a:xfrm>
          </p:grpSpPr>
          <p:sp>
            <p:nvSpPr>
              <p:cNvPr id="10" name="Google Shape;1365;p73"/>
              <p:cNvSpPr/>
              <p:nvPr/>
            </p:nvSpPr>
            <p:spPr>
              <a:xfrm>
                <a:off x="6318400" y="346130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66;p73"/>
              <p:cNvSpPr/>
              <p:nvPr/>
            </p:nvSpPr>
            <p:spPr>
              <a:xfrm>
                <a:off x="6484050" y="346130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67;p73"/>
              <p:cNvSpPr/>
              <p:nvPr/>
            </p:nvSpPr>
            <p:spPr>
              <a:xfrm>
                <a:off x="6650450" y="346130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68;p73"/>
              <p:cNvSpPr/>
              <p:nvPr/>
            </p:nvSpPr>
            <p:spPr>
              <a:xfrm>
                <a:off x="6318400" y="3622400"/>
                <a:ext cx="47125" cy="47875"/>
              </a:xfrm>
              <a:custGeom>
                <a:avLst/>
                <a:gdLst/>
                <a:ahLst/>
                <a:cxnLst/>
                <a:rect l="l" t="t" r="r" b="b"/>
                <a:pathLst>
                  <a:path w="1885" h="1915" extrusionOk="0">
                    <a:moveTo>
                      <a:pt x="0" y="0"/>
                    </a:moveTo>
                    <a:lnTo>
                      <a:pt x="0" y="1915"/>
                    </a:lnTo>
                    <a:lnTo>
                      <a:pt x="1885" y="191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69;p73"/>
              <p:cNvSpPr/>
              <p:nvPr/>
            </p:nvSpPr>
            <p:spPr>
              <a:xfrm>
                <a:off x="6484050" y="3622400"/>
                <a:ext cx="47900" cy="47875"/>
              </a:xfrm>
              <a:custGeom>
                <a:avLst/>
                <a:gdLst/>
                <a:ahLst/>
                <a:cxnLst/>
                <a:rect l="l" t="t" r="r" b="b"/>
                <a:pathLst>
                  <a:path w="1916" h="1915" extrusionOk="0">
                    <a:moveTo>
                      <a:pt x="0" y="0"/>
                    </a:moveTo>
                    <a:lnTo>
                      <a:pt x="0" y="1915"/>
                    </a:lnTo>
                    <a:lnTo>
                      <a:pt x="1915" y="191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0;p73"/>
              <p:cNvSpPr/>
              <p:nvPr/>
            </p:nvSpPr>
            <p:spPr>
              <a:xfrm>
                <a:off x="6650450" y="3622400"/>
                <a:ext cx="47900" cy="47875"/>
              </a:xfrm>
              <a:custGeom>
                <a:avLst/>
                <a:gdLst/>
                <a:ahLst/>
                <a:cxnLst/>
                <a:rect l="l" t="t" r="r" b="b"/>
                <a:pathLst>
                  <a:path w="1916" h="1915" extrusionOk="0">
                    <a:moveTo>
                      <a:pt x="1" y="0"/>
                    </a:moveTo>
                    <a:lnTo>
                      <a:pt x="1" y="1915"/>
                    </a:lnTo>
                    <a:lnTo>
                      <a:pt x="1916" y="191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1;p73"/>
              <p:cNvSpPr/>
              <p:nvPr/>
            </p:nvSpPr>
            <p:spPr>
              <a:xfrm>
                <a:off x="6318400" y="3784250"/>
                <a:ext cx="47125" cy="47125"/>
              </a:xfrm>
              <a:custGeom>
                <a:avLst/>
                <a:gdLst/>
                <a:ahLst/>
                <a:cxnLst/>
                <a:rect l="l" t="t" r="r" b="b"/>
                <a:pathLst>
                  <a:path w="1885" h="1885" extrusionOk="0">
                    <a:moveTo>
                      <a:pt x="0" y="0"/>
                    </a:moveTo>
                    <a:lnTo>
                      <a:pt x="0" y="1885"/>
                    </a:lnTo>
                    <a:lnTo>
                      <a:pt x="1885" y="1885"/>
                    </a:lnTo>
                    <a:lnTo>
                      <a:pt x="18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2;p73"/>
              <p:cNvSpPr/>
              <p:nvPr/>
            </p:nvSpPr>
            <p:spPr>
              <a:xfrm>
                <a:off x="6484050" y="3784250"/>
                <a:ext cx="47900" cy="47125"/>
              </a:xfrm>
              <a:custGeom>
                <a:avLst/>
                <a:gdLst/>
                <a:ahLst/>
                <a:cxnLst/>
                <a:rect l="l" t="t" r="r" b="b"/>
                <a:pathLst>
                  <a:path w="1916" h="1885" extrusionOk="0">
                    <a:moveTo>
                      <a:pt x="0" y="0"/>
                    </a:moveTo>
                    <a:lnTo>
                      <a:pt x="0" y="1885"/>
                    </a:lnTo>
                    <a:lnTo>
                      <a:pt x="1915" y="1885"/>
                    </a:lnTo>
                    <a:lnTo>
                      <a:pt x="1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73;p73"/>
              <p:cNvSpPr/>
              <p:nvPr/>
            </p:nvSpPr>
            <p:spPr>
              <a:xfrm>
                <a:off x="6650450" y="3784250"/>
                <a:ext cx="47900" cy="47125"/>
              </a:xfrm>
              <a:custGeom>
                <a:avLst/>
                <a:gdLst/>
                <a:ahLst/>
                <a:cxnLst/>
                <a:rect l="l" t="t" r="r" b="b"/>
                <a:pathLst>
                  <a:path w="1916" h="1885" extrusionOk="0">
                    <a:moveTo>
                      <a:pt x="1" y="0"/>
                    </a:moveTo>
                    <a:lnTo>
                      <a:pt x="1" y="1885"/>
                    </a:lnTo>
                    <a:lnTo>
                      <a:pt x="1916" y="1885"/>
                    </a:lnTo>
                    <a:lnTo>
                      <a:pt x="1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 name="Google Shape;1345;p73"/>
          <p:cNvSpPr txBox="1">
            <a:spLocks/>
          </p:cNvSpPr>
          <p:nvPr/>
        </p:nvSpPr>
        <p:spPr>
          <a:xfrm>
            <a:off x="2887580" y="962780"/>
            <a:ext cx="3392904" cy="839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600"/>
              <a:buFont typeface="Montserrat"/>
              <a:buNone/>
              <a:defRPr sz="4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2pPr>
            <a:lvl3pPr marR="0" lvl="2"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3pPr>
            <a:lvl4pPr marR="0" lvl="3"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4pPr>
            <a:lvl5pPr marR="0" lvl="4"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5pPr>
            <a:lvl6pPr marR="0" lvl="5"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6pPr>
            <a:lvl7pPr marR="0" lvl="6"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7pPr>
            <a:lvl8pPr marR="0" lvl="7"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8pPr>
            <a:lvl9pPr marR="0" lvl="8" algn="ctr" rtl="0">
              <a:lnSpc>
                <a:spcPct val="100000"/>
              </a:lnSpc>
              <a:spcBef>
                <a:spcPts val="0"/>
              </a:spcBef>
              <a:spcAft>
                <a:spcPts val="0"/>
              </a:spcAft>
              <a:buClr>
                <a:schemeClr val="accent4"/>
              </a:buClr>
              <a:buSzPts val="3600"/>
              <a:buFont typeface="Montserrat"/>
              <a:buNone/>
              <a:defRPr sz="3600" b="1" i="0" u="none" strike="noStrike" cap="none">
                <a:solidFill>
                  <a:schemeClr val="accent4"/>
                </a:solidFill>
                <a:latin typeface="Montserrat"/>
                <a:ea typeface="Montserrat"/>
                <a:cs typeface="Montserrat"/>
                <a:sym typeface="Montserrat"/>
              </a:defRPr>
            </a:lvl9pPr>
          </a:lstStyle>
          <a:p>
            <a:r>
              <a:rPr lang="es-MX" sz="5400" dirty="0"/>
              <a:t>¡Gracias!</a:t>
            </a:r>
          </a:p>
        </p:txBody>
      </p:sp>
      <p:sp>
        <p:nvSpPr>
          <p:cNvPr id="4" name="Rectángulo 3"/>
          <p:cNvSpPr/>
          <p:nvPr/>
        </p:nvSpPr>
        <p:spPr>
          <a:xfrm>
            <a:off x="2887580" y="2118196"/>
            <a:ext cx="3164305" cy="954107"/>
          </a:xfrm>
          <a:prstGeom prst="rect">
            <a:avLst/>
          </a:prstGeom>
        </p:spPr>
        <p:txBody>
          <a:bodyPr wrap="square">
            <a:spAutoFit/>
          </a:bodyPr>
          <a:lstStyle/>
          <a:p>
            <a:pPr marL="0" lvl="0" indent="0" algn="ctr">
              <a:buSzPts val="1100"/>
            </a:pPr>
            <a:r>
              <a:rPr lang="es-MX" dirty="0">
                <a:solidFill>
                  <a:schemeClr val="dk1"/>
                </a:solidFill>
                <a:latin typeface="DM Sans"/>
                <a:ea typeface="DM Sans"/>
                <a:cs typeface="DM Sans"/>
                <a:sym typeface="DM Sans"/>
              </a:rPr>
              <a:t>Consejo Nacional de Ciencia y Tecnología-CONACYT</a:t>
            </a:r>
          </a:p>
          <a:p>
            <a:pPr lvl="0" algn="ctr">
              <a:buClr>
                <a:schemeClr val="dk1"/>
              </a:buClr>
              <a:buSzPts val="1100"/>
            </a:pPr>
            <a:r>
              <a:rPr lang="es-MX" dirty="0">
                <a:solidFill>
                  <a:schemeClr val="dk1"/>
                </a:solidFill>
                <a:latin typeface="DM Sans"/>
                <a:ea typeface="DM Sans"/>
                <a:cs typeface="DM Sans"/>
                <a:sym typeface="DM Sans"/>
              </a:rPr>
              <a:t>+595  021 506223 </a:t>
            </a:r>
          </a:p>
          <a:p>
            <a:pPr lvl="0" algn="ctr"/>
            <a:r>
              <a:rPr lang="es-MX" dirty="0">
                <a:solidFill>
                  <a:schemeClr val="dk1"/>
                </a:solidFill>
                <a:latin typeface="DM Sans"/>
                <a:ea typeface="DM Sans"/>
                <a:cs typeface="DM Sans"/>
                <a:sym typeface="DM Sans"/>
              </a:rPr>
              <a:t>www.conacyt.gov.py</a:t>
            </a:r>
          </a:p>
        </p:txBody>
      </p:sp>
      <p:grpSp>
        <p:nvGrpSpPr>
          <p:cNvPr id="26" name="Google Shape;1348;p73"/>
          <p:cNvGrpSpPr/>
          <p:nvPr/>
        </p:nvGrpSpPr>
        <p:grpSpPr>
          <a:xfrm>
            <a:off x="3852237" y="3215691"/>
            <a:ext cx="387681" cy="406453"/>
            <a:chOff x="266768" y="1721375"/>
            <a:chExt cx="397907" cy="397887"/>
          </a:xfrm>
        </p:grpSpPr>
        <p:sp>
          <p:nvSpPr>
            <p:cNvPr id="27" name="Google Shape;1349;p7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50;p7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374;p73"/>
          <p:cNvGrpSpPr/>
          <p:nvPr/>
        </p:nvGrpSpPr>
        <p:grpSpPr>
          <a:xfrm>
            <a:off x="4690714" y="3215691"/>
            <a:ext cx="387641" cy="462924"/>
            <a:chOff x="864491" y="1723250"/>
            <a:chExt cx="397866" cy="397887"/>
          </a:xfrm>
        </p:grpSpPr>
        <p:sp>
          <p:nvSpPr>
            <p:cNvPr id="30" name="Google Shape;1375;p7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76;p7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77;p7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Imagen 4"/>
          <p:cNvPicPr>
            <a:picLocks noChangeAspect="1"/>
          </p:cNvPicPr>
          <p:nvPr/>
        </p:nvPicPr>
        <p:blipFill>
          <a:blip r:embed="rId3"/>
          <a:stretch>
            <a:fillRect/>
          </a:stretch>
        </p:blipFill>
        <p:spPr>
          <a:xfrm>
            <a:off x="6734596" y="2612015"/>
            <a:ext cx="920576" cy="920576"/>
          </a:xfrm>
          <a:prstGeom prst="rect">
            <a:avLst/>
          </a:prstGeom>
        </p:spPr>
      </p:pic>
      <p:pic>
        <p:nvPicPr>
          <p:cNvPr id="25" name="Imagen 24"/>
          <p:cNvPicPr>
            <a:picLocks noChangeAspect="1"/>
          </p:cNvPicPr>
          <p:nvPr/>
        </p:nvPicPr>
        <p:blipFill>
          <a:blip r:embed="rId4"/>
          <a:stretch>
            <a:fillRect/>
          </a:stretch>
        </p:blipFill>
        <p:spPr>
          <a:xfrm>
            <a:off x="1457170" y="2060490"/>
            <a:ext cx="896454" cy="896454"/>
          </a:xfrm>
          <a:prstGeom prst="rect">
            <a:avLst/>
          </a:prstGeom>
        </p:spPr>
      </p:pic>
      <p:pic>
        <p:nvPicPr>
          <p:cNvPr id="33" name="Imagen 32"/>
          <p:cNvPicPr>
            <a:picLocks noChangeAspect="1"/>
          </p:cNvPicPr>
          <p:nvPr/>
        </p:nvPicPr>
        <p:blipFill>
          <a:blip r:embed="rId5"/>
          <a:stretch>
            <a:fillRect/>
          </a:stretch>
        </p:blipFill>
        <p:spPr>
          <a:xfrm>
            <a:off x="6280484" y="224194"/>
            <a:ext cx="999831" cy="1005927"/>
          </a:xfrm>
          <a:prstGeom prst="rect">
            <a:avLst/>
          </a:prstGeom>
        </p:spPr>
      </p:pic>
    </p:spTree>
  </p:cSld>
  <p:clrMapOvr>
    <a:masterClrMapping/>
  </p:clrMapOvr>
</p:sld>
</file>

<file path=ppt/theme/theme1.xml><?xml version="1.0" encoding="utf-8"?>
<a:theme xmlns:a="http://schemas.openxmlformats.org/drawingml/2006/main" name="Research Proposal for College Student by Slidesgo">
  <a:themeElements>
    <a:clrScheme name="Simple Light">
      <a:dk1>
        <a:srgbClr val="0E192C"/>
      </a:dk1>
      <a:lt1>
        <a:srgbClr val="FFFFFF"/>
      </a:lt1>
      <a:dk2>
        <a:srgbClr val="FDA733"/>
      </a:dk2>
      <a:lt2>
        <a:srgbClr val="FD6643"/>
      </a:lt2>
      <a:accent1>
        <a:srgbClr val="F632D4"/>
      </a:accent1>
      <a:accent2>
        <a:srgbClr val="7B62D6"/>
      </a:accent2>
      <a:accent3>
        <a:srgbClr val="143872"/>
      </a:accent3>
      <a:accent4>
        <a:srgbClr val="FFFFFF"/>
      </a:accent4>
      <a:accent5>
        <a:srgbClr val="FFFFFF"/>
      </a:accent5>
      <a:accent6>
        <a:srgbClr val="FFFFFF"/>
      </a:accent6>
      <a:hlink>
        <a:srgbClr val="0E192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1828</TotalTime>
  <Words>1034</Words>
  <Application>Microsoft Office PowerPoint</Application>
  <PresentationFormat>Presentación en pantalla (16:9)</PresentationFormat>
  <Paragraphs>198</Paragraphs>
  <Slides>18</Slides>
  <Notes>18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Wingdings</vt:lpstr>
      <vt:lpstr>Gotham</vt:lpstr>
      <vt:lpstr>Montserrat</vt:lpstr>
      <vt:lpstr>DM Sans</vt:lpstr>
      <vt:lpstr>Segoe UI</vt:lpstr>
      <vt:lpstr>Arial</vt:lpstr>
      <vt:lpstr>Research Proposal for College Student by Slidesgo</vt:lpstr>
      <vt:lpstr>REUNIÓN DE APERTURA  Comisiones Técnicas de Área (CTA)   Evaluación de Permanencia I/2026</vt:lpstr>
      <vt:lpstr>Dirigida exclusivamente a: </vt:lpstr>
      <vt:lpstr>Datos relevantes: </vt:lpstr>
      <vt:lpstr>PROCESO DE EVALUACIÓN</vt:lpstr>
      <vt:lpstr>Postulaciones finalizadas por área de conocimiento  y nivel de categorización</vt:lpstr>
      <vt:lpstr>Miembros CTA-Ciencias Naturales</vt:lpstr>
      <vt:lpstr>Miembros CTA-Ciencias Agrarias y Veterinaria</vt:lpstr>
      <vt:lpstr>Miembros CTA- Ingenierías y Tecnologías</vt:lpstr>
      <vt:lpstr>Miembros CTA-Ciencias Médicas y de la Salud</vt:lpstr>
      <vt:lpstr>Miembros CTA-Ciencias Sociales y Humanidades</vt:lpstr>
      <vt:lpstr>Periodos de evaluación a tener en cuenta para el análisis de la producción científica</vt:lpstr>
      <vt:lpstr>01</vt:lpstr>
      <vt:lpstr>Calendario de evaluaciones de las CTA</vt:lpstr>
      <vt:lpstr>Documentos  remitidos a los miembros de las CTA's </vt:lpstr>
      <vt:lpstr>Abordaje de los “Criterios de Evaluación de Permanencia”  con los miembros de la CCH</vt:lpstr>
      <vt:lpstr>Documentos a ser generados por cada CTA</vt:lpstr>
      <vt:lpstr>Consultas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REUNIÓN DE APERTURA  Comisiones Técnicas de Área (CTA)   Evaluación de Permanencia I/2025</dc:title>
  <dc:creator>Sara Martinez</dc:creator>
  <cp:lastModifiedBy>SARA ELIANA MARTÍNEZ FONSECA</cp:lastModifiedBy>
  <cp:revision>123</cp:revision>
  <dcterms:modified xsi:type="dcterms:W3CDTF">2026-08-05T18:05:07Z</dcterms:modified>
</cp:coreProperties>
</file>